
<file path=[Content_Types].xml><?xml version="1.0" encoding="utf-8"?>
<Types xmlns="http://schemas.openxmlformats.org/package/2006/content-types">
  <Default Extension="xml" ContentType="application/xml"/>
  <Default Extension="wmf" ContentType="image/x-wmf"/>
  <Default Extension="bin" ContentType="application/vnd.openxmlformats-officedocument.oleObject"/>
  <Default Extension="rels" ContentType="application/vnd.openxmlformats-package.relationships+xml"/>
  <Default Extension="jpeg" ContentType="image/jpeg"/>
  <Default Extension="png" ContentType="image/png"/>
  <Override PartName="/ppt/notesSlides/notesSlide8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2.xml" ContentType="application/vnd.openxmlformats-officedocument.presentationml.notesSlide+xml"/>
  <Override PartName="/ppt/slides/slide8.xml" ContentType="application/vnd.openxmlformats-officedocument.presentationml.slide+xml"/>
  <Override PartName="/ppt/slides/slide7.xml" ContentType="application/vnd.openxmlformats-officedocument.presentationml.slide+xml"/>
  <Override PartName="/ppt/slides/slide6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5.xml" ContentType="application/vnd.openxmlformats-officedocument.presentationml.slide+xml"/>
  <Override PartName="/ppt/slides/slide3.xml" ContentType="application/vnd.openxmlformats-officedocument.presentationml.slide+xml"/>
  <Override PartName="/ppt/slides/slide2.xml" ContentType="application/vnd.openxmlformats-officedocument.presentationml.slide+xml"/>
  <Override PartName="/ppt/slides/slide1.xml" ContentType="application/vnd.openxmlformats-officedocument.presentationml.slide+xml"/>
  <Override PartName="/ppt/notesSlides/notesSlide4.xml" ContentType="application/vnd.openxmlformats-officedocument.presentationml.notesSlide+xml"/>
  <Override PartName="/ppt/slideLayouts/slideLayout40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Masters/slideMaster1.xml" ContentType="application/vnd.openxmlformats-officedocument.presentationml.slideMaster+xml"/>
  <Override PartName="/ppt/theme/theme35.xml" ContentType="application/vnd.openxmlformats-officedocument.theme+xml"/>
  <Override PartName="/ppt/theme/theme31.xml" ContentType="application/vnd.openxmlformats-officedocument.theme+xml"/>
  <Override PartName="/ppt/theme/theme1.xml" ContentType="application/vnd.openxmlformats-officedocument.theme+xml"/>
  <Override PartName="/ppt/theme/theme13.xml" ContentType="application/vnd.openxmlformats-officedocument.theme+xml"/>
  <Override PartName="/ppt/slideMasters/slideMaster19.xml" ContentType="application/vnd.openxmlformats-officedocument.presentationml.slideMaster+xml"/>
  <Override PartName="/ppt/theme/theme34.xml" ContentType="application/vnd.openxmlformats-officedocument.theme+xml"/>
  <Override PartName="/ppt/theme/theme28.xml" ContentType="application/vnd.openxmlformats-officedocument.theme+xml"/>
  <Override PartName="/ppt/theme/theme10.xml" ContentType="application/vnd.openxmlformats-officedocument.theme+xml"/>
  <Override PartName="/ppt/theme/theme25.xml" ContentType="application/vnd.openxmlformats-officedocument.theme+xml"/>
  <Override PartName="/ppt/slideLayouts/slideLayout31.xml" ContentType="application/vnd.openxmlformats-officedocument.presentationml.slideLayout+xml"/>
  <Override PartName="/ppt/slideMasters/slideMaster15.xml" ContentType="application/vnd.openxmlformats-officedocument.presentationml.slideMaster+xml"/>
  <Override PartName="/ppt/theme/theme26.xml" ContentType="application/vnd.openxmlformats-officedocument.theme+xml"/>
  <Override PartName="/ppt/theme/theme12.xml" ContentType="application/vnd.openxmlformats-officedocument.theme+xml"/>
  <Override PartName="/ppt/slideLayouts/slideLayout9.xml" ContentType="application/vnd.openxmlformats-officedocument.presentationml.slideLayout+xml"/>
  <Override PartName="/ppt/theme/theme32.xml" ContentType="application/vnd.openxmlformats-officedocument.theme+xml"/>
  <Override PartName="/ppt/slideLayouts/slideLayout4.xml" ContentType="application/vnd.openxmlformats-officedocument.presentationml.slideLayout+xml"/>
  <Override PartName="/ppt/notesMasters/notesMaster1.xml" ContentType="application/vnd.openxmlformats-officedocument.presentationml.notesMaster+xml"/>
  <Override PartName="/ppt/theme/theme17.xml" ContentType="application/vnd.openxmlformats-officedocument.theme+xml"/>
  <Override PartName="/ppt/theme/theme4.xml" ContentType="application/vnd.openxmlformats-officedocument.theme+xml"/>
  <Override PartName="/ppt/slideLayouts/slideLayout27.xml" ContentType="application/vnd.openxmlformats-officedocument.presentationml.slideLayout+xml"/>
  <Override PartName="/ppt/theme/theme3.xml" ContentType="application/vnd.openxmlformats-officedocument.theme+xml"/>
  <Override PartName="/ppt/theme/theme9.xml" ContentType="application/vnd.openxmlformats-officedocument.theme+xml"/>
  <Override PartName="/ppt/theme/theme20.xml" ContentType="application/vnd.openxmlformats-officedocument.theme+xml"/>
  <Override PartName="/ppt/slideMasters/slideMaster32.xml" ContentType="application/vnd.openxmlformats-officedocument.presentationml.slideMaster+xml"/>
  <Override PartName="/ppt/presProps.xml" ContentType="application/vnd.openxmlformats-officedocument.presentationml.presProps+xml"/>
  <Override PartName="/ppt/theme/theme18.xml" ContentType="application/vnd.openxmlformats-officedocument.theme+xml"/>
  <Override PartName="/ppt/theme/theme6.xml" ContentType="application/vnd.openxmlformats-officedocument.theme+xml"/>
  <Override PartName="/ppt/theme/theme2.xml" ContentType="application/vnd.openxmlformats-officedocument.theme+xml"/>
  <Override PartName="/ppt/theme/theme23.xml" ContentType="application/vnd.openxmlformats-officedocument.theme+xml"/>
  <Override PartName="/ppt/presentation.xml" ContentType="application/vnd.openxmlformats-officedocument.presentationml.presentation.main+xml"/>
  <Override PartName="/ppt/theme/theme21.xml" ContentType="application/vnd.openxmlformats-officedocument.theme+xml"/>
  <Override PartName="/ppt/slideMasters/slideMaster27.xml" ContentType="application/vnd.openxmlformats-officedocument.presentationml.slideMaster+xml"/>
  <Override PartName="/ppt/viewProps.xml" ContentType="application/vnd.openxmlformats-officedocument.presentationml.viewProps+xml"/>
  <Override PartName="/ppt/theme/theme7.xml" ContentType="application/vnd.openxmlformats-officedocument.theme+xml"/>
  <Override PartName="/ppt/theme/theme16.xml" ContentType="application/vnd.openxmlformats-officedocument.theme+xml"/>
  <Override PartName="/ppt/slideMasters/slideMaster3.xml" ContentType="application/vnd.openxmlformats-officedocument.presentationml.slideMaster+xml"/>
  <Override PartName="/docProps/custom.xml" ContentType="application/vnd.openxmlformats-officedocument.custom-properties+xml"/>
  <Override PartName="/ppt/slideLayouts/slideLayout34.xml" ContentType="application/vnd.openxmlformats-officedocument.presentationml.slideLayout+xml"/>
  <Override PartName="/docProps/app.xml" ContentType="application/vnd.openxmlformats-officedocument.extended-properties+xml"/>
  <Override PartName="/ppt/theme/theme5.xml" ContentType="application/vnd.openxmlformats-officedocument.theme+xml"/>
  <Override PartName="/ppt/tableStyles.xml" ContentType="application/vnd.openxmlformats-officedocument.presentationml.tableStyles+xml"/>
  <Override PartName="/ppt/slideMasters/slideMaster17.xml" ContentType="application/vnd.openxmlformats-officedocument.presentationml.slideMaster+xml"/>
  <Override PartName="/ppt/theme/theme8.xml" ContentType="application/vnd.openxmlformats-officedocument.theme+xml"/>
  <Override PartName="/ppt/theme/theme33.xml" ContentType="application/vnd.openxmlformats-officedocument.theme+xml"/>
  <Override PartName="/ppt/theme/theme14.xml" ContentType="application/vnd.openxmlformats-officedocument.theme+xml"/>
  <Override PartName="/docProps/core.xml" ContentType="application/vnd.openxmlformats-package.core-properties+xml"/>
  <Override PartName="/ppt/theme/theme30.xml" ContentType="application/vnd.openxmlformats-officedocument.theme+xml"/>
  <Override PartName="/ppt/slideLayouts/slideLayout15.xml" ContentType="application/vnd.openxmlformats-officedocument.presentationml.slideLayout+xml"/>
  <Override PartName="/ppt/notesSlides/notesSlide1.xml" ContentType="application/vnd.openxmlformats-officedocument.presentationml.notesSlide+xml"/>
  <Override PartName="/ppt/slideMasters/slideMaster22.xml" ContentType="application/vnd.openxmlformats-officedocument.presentationml.slideMaster+xml"/>
  <Override PartName="/ppt/theme/theme19.xml" ContentType="application/vnd.openxmlformats-officedocument.theme+xml"/>
  <Override PartName="/ppt/theme/theme15.xml" ContentType="application/vnd.openxmlformats-officedocument.theme+xml"/>
  <Override PartName="/ppt/slideMasters/slideMaster5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6.xml" ContentType="application/vnd.openxmlformats-officedocument.presentationml.slideMaster+xml"/>
  <Override PartName="/ppt/slideLayouts/slideLayout11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Masters/slideMaster7.xml" ContentType="application/vnd.openxmlformats-officedocument.presentationml.slideMaster+xml"/>
  <Override PartName="/ppt/slideMasters/slideMaster16.xml" ContentType="application/vnd.openxmlformats-officedocument.presentationml.slideMaster+xml"/>
  <Override PartName="/ppt/slideMasters/slideMaster10.xml" ContentType="application/vnd.openxmlformats-officedocument.presentationml.slideMaster+xml"/>
  <Override PartName="/ppt/theme/theme27.xml" ContentType="application/vnd.openxmlformats-officedocument.theme+xml"/>
  <Override PartName="/ppt/slideMasters/slideMaster8.xml" ContentType="application/vnd.openxmlformats-officedocument.presentationml.slideMaster+xml"/>
  <Override PartName="/ppt/slideMasters/slideMaster9.xml" ContentType="application/vnd.openxmlformats-officedocument.presentationml.slideMaster+xml"/>
  <Override PartName="/ppt/theme/theme24.xml" ContentType="application/vnd.openxmlformats-officedocument.theme+xml"/>
  <Override PartName="/ppt/slideMasters/slideMaster12.xml" ContentType="application/vnd.openxmlformats-officedocument.presentationml.slideMaster+xml"/>
  <Override PartName="/ppt/slideMasters/slideMaster29.xml" ContentType="application/vnd.openxmlformats-officedocument.presentationml.slideMaster+xml"/>
  <Override PartName="/ppt/slideMasters/slideMaster31.xml" ContentType="application/vnd.openxmlformats-officedocument.presentationml.slideMaster+xml"/>
  <Override PartName="/ppt/slideMasters/slideMaster13.xml" ContentType="application/vnd.openxmlformats-officedocument.presentationml.slideMaster+xml"/>
  <Override PartName="/ppt/slideMasters/slideMaster14.xml" ContentType="application/vnd.openxmlformats-officedocument.presentationml.slideMaster+xml"/>
  <Override PartName="/ppt/slideLayouts/slideLayout12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Masters/slideMaster21.xml" ContentType="application/vnd.openxmlformats-officedocument.presentationml.slideMaster+xml"/>
  <Override PartName="/ppt/slideLayouts/slideLayout14.xml" ContentType="application/vnd.openxmlformats-officedocument.presentationml.slideLayout+xml"/>
  <Override PartName="/ppt/slideMasters/slideMaster20.xml" ContentType="application/vnd.openxmlformats-officedocument.presentationml.slideMaster+xml"/>
  <Override PartName="/ppt/slideMasters/slideMaster23.xml" ContentType="application/vnd.openxmlformats-officedocument.presentationml.slideMaster+xml"/>
  <Override PartName="/ppt/slideMasters/slideMaster25.xml" ContentType="application/vnd.openxmlformats-officedocument.presentationml.slideMaster+xml"/>
  <Override PartName="/ppt/slideLayouts/slideLayout38.xml" ContentType="application/vnd.openxmlformats-officedocument.presentationml.slideLayout+xml"/>
  <Override PartName="/ppt/slideMasters/slideMaster2.xml" ContentType="application/vnd.openxmlformats-officedocument.presentationml.slideMaster+xml"/>
  <Override PartName="/ppt/slideMasters/slideMaster26.xml" ContentType="application/vnd.openxmlformats-officedocument.presentationml.slideMaster+xml"/>
  <Override PartName="/ppt/slideMasters/slideMaster28.xml" ContentType="application/vnd.openxmlformats-officedocument.presentationml.slideMaster+xml"/>
  <Override PartName="/ppt/slides/slide4.xml" ContentType="application/vnd.openxmlformats-officedocument.presentationml.slide+xml"/>
  <Override PartName="/ppt/slideLayouts/slideLayout16.xml" ContentType="application/vnd.openxmlformats-officedocument.presentationml.slideLayout+xml"/>
  <Override PartName="/ppt/theme/theme29.xml" ContentType="application/vnd.openxmlformats-officedocument.theme+xml"/>
  <Override PartName="/ppt/slideMasters/slideMaster24.xml" ContentType="application/vnd.openxmlformats-officedocument.presentationml.slideMaster+xml"/>
  <Override PartName="/ppt/slideMasters/slideMaster30.xml" ContentType="application/vnd.openxmlformats-officedocument.presentationml.slideMaster+xml"/>
  <Override PartName="/ppt/slideLayouts/slideLayout20.xml" ContentType="application/vnd.openxmlformats-officedocument.presentationml.slideLayout+xml"/>
  <Override PartName="/ppt/slideMasters/slideMaster33.xml" ContentType="application/vnd.openxmlformats-officedocument.presentationml.slideMaster+xml"/>
  <Override PartName="/ppt/slideMasters/slideMaster34.xml" ContentType="application/vnd.openxmlformats-officedocument.presentationml.slideMaster+xml"/>
  <Override PartName="/ppt/slideLayouts/slideLayout1.xml" ContentType="application/vnd.openxmlformats-officedocument.presentationml.slideLayout+xml"/>
  <Override PartName="/ppt/theme/theme11.xml" ContentType="application/vnd.openxmlformats-officedocument.theme+xml"/>
  <Override PartName="/ppt/theme/theme22.xml" ContentType="application/vnd.openxmlformats-officedocument.theme+xml"/>
  <Override PartName="/ppt/slideMasters/slideMaster18.xml" ContentType="application/vnd.openxmlformats-officedocument.presentationml.slideMaster+xml"/>
  <Override PartName="/ppt/slideLayouts/slideLayout3.xml" ContentType="application/vnd.openxmlformats-officedocument.presentationml.slideLayout+xml"/>
  <Override PartName="/ppt/slideMasters/slideMaster11.xml" ContentType="application/vnd.openxmlformats-officedocument.presentationml.slideMaster+xml"/>
  <Override PartName="/ppt/slideLayouts/slideLayout5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18.xml" ContentType="application/vnd.openxmlformats-officedocument.presentationml.slideLayout+xml"/>
</Types>
</file>

<file path=_rels/.rels><?xml version="1.0" encoding="UTF-8" standalone="yes"?><Relationships xmlns="http://schemas.openxmlformats.org/package/2006/relationships"><Relationship Id="rId3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sldMasterIdLst>
    <p:sldMasterId id="2147483648" r:id="rId1"/>
    <p:sldMasterId id="2147483650" r:id="rId2"/>
    <p:sldMasterId id="2147483652" r:id="rId3"/>
    <p:sldMasterId id="2147483654" r:id="rId4"/>
    <p:sldMasterId id="2147483656" r:id="rId5"/>
    <p:sldMasterId id="2147483658" r:id="rId6"/>
    <p:sldMasterId id="2147483660" r:id="rId7"/>
    <p:sldMasterId id="2147483662" r:id="rId8"/>
    <p:sldMasterId id="2147483664" r:id="rId9"/>
    <p:sldMasterId id="2147483666" r:id="rId10"/>
    <p:sldMasterId id="2147483668" r:id="rId11"/>
    <p:sldMasterId id="2147483670" r:id="rId12"/>
    <p:sldMasterId id="2147483672" r:id="rId13"/>
    <p:sldMasterId id="2147483674" r:id="rId14"/>
    <p:sldMasterId id="2147483676" r:id="rId15"/>
    <p:sldMasterId id="2147483678" r:id="rId16"/>
    <p:sldMasterId id="2147483680" r:id="rId17"/>
    <p:sldMasterId id="2147483682" r:id="rId18"/>
    <p:sldMasterId id="2147483684" r:id="rId19"/>
    <p:sldMasterId id="2147483686" r:id="rId20"/>
    <p:sldMasterId id="2147483688" r:id="rId21"/>
    <p:sldMasterId id="2147483690" r:id="rId22"/>
    <p:sldMasterId id="2147483692" r:id="rId23"/>
    <p:sldMasterId id="2147483694" r:id="rId24"/>
    <p:sldMasterId id="2147483696" r:id="rId25"/>
    <p:sldMasterId id="2147483698" r:id="rId26"/>
    <p:sldMasterId id="2147483700" r:id="rId27"/>
    <p:sldMasterId id="2147483702" r:id="rId28"/>
    <p:sldMasterId id="2147483704" r:id="rId29"/>
    <p:sldMasterId id="2147483706" r:id="rId30"/>
    <p:sldMasterId id="2147483708" r:id="rId31"/>
    <p:sldMasterId id="2147483710" r:id="rId32"/>
    <p:sldMasterId id="2147483712" r:id="rId33"/>
    <p:sldMasterId id="2147483714" r:id="rId34"/>
  </p:sldMasterIdLst>
  <p:notesMasterIdLst>
    <p:notesMasterId r:id="rId78"/>
  </p:notesMasterIdLst>
  <p:sldIdLst>
    <p:sldId id="256" r:id="rId70"/>
    <p:sldId id="257" r:id="rId71"/>
    <p:sldId id="258" r:id="rId72"/>
    <p:sldId id="259" r:id="rId73"/>
    <p:sldId id="260" r:id="rId74"/>
    <p:sldId id="261" r:id="rId75"/>
    <p:sldId id="262" r:id="rId76"/>
    <p:sldId id="263" r:id="rId77"/>
  </p:sldIdLst>
  <p:sldSz cx="12188825" cy="6858000"/>
  <p:notesSz cx="6858000" cy="91440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>
      <p:cViewPr varScale="1">
        <p:scale>
          <a:sx n="0" d="6"/>
          <a:sy n="0" d="2"/>
        </p:scale>
        <p:origin x="496174384" y="0"/>
      </p:cViewPr>
      <p:guideLst>
        <p:guide pos="3839"/>
        <p:guide pos="2160" orient="horz"/>
      </p:guideLst>
    </p:cSldViewPr>
  </p:slideViewPr>
</p:viewPr>
</file>

<file path=ppt/_rels/presentation.xml.rels><?xml version="1.0" encoding="UTF-8" standalone="yes"?>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Master" Target="slideMasters/slideMaster2.xml"/><Relationship Id="rId3" Type="http://schemas.openxmlformats.org/officeDocument/2006/relationships/slideMaster" Target="slideMasters/slideMaster3.xml"/><Relationship Id="rId4" Type="http://schemas.openxmlformats.org/officeDocument/2006/relationships/slideMaster" Target="slideMasters/slideMaster4.xml"/><Relationship Id="rId5" Type="http://schemas.openxmlformats.org/officeDocument/2006/relationships/slideMaster" Target="slideMasters/slideMaster5.xml"/><Relationship Id="rId6" Type="http://schemas.openxmlformats.org/officeDocument/2006/relationships/slideMaster" Target="slideMasters/slideMaster6.xml"/><Relationship Id="rId7" Type="http://schemas.openxmlformats.org/officeDocument/2006/relationships/slideMaster" Target="slideMasters/slideMaster7.xml"/><Relationship Id="rId8" Type="http://schemas.openxmlformats.org/officeDocument/2006/relationships/slideMaster" Target="slideMasters/slideMaster8.xml"/><Relationship Id="rId9" Type="http://schemas.openxmlformats.org/officeDocument/2006/relationships/slideMaster" Target="slideMasters/slideMaster9.xml"/><Relationship Id="rId10" Type="http://schemas.openxmlformats.org/officeDocument/2006/relationships/slideMaster" Target="slideMasters/slideMaster10.xml"/><Relationship Id="rId11" Type="http://schemas.openxmlformats.org/officeDocument/2006/relationships/slideMaster" Target="slideMasters/slideMaster11.xml"/><Relationship Id="rId12" Type="http://schemas.openxmlformats.org/officeDocument/2006/relationships/slideMaster" Target="slideMasters/slideMaster12.xml"/><Relationship Id="rId13" Type="http://schemas.openxmlformats.org/officeDocument/2006/relationships/slideMaster" Target="slideMasters/slideMaster13.xml"/><Relationship Id="rId14" Type="http://schemas.openxmlformats.org/officeDocument/2006/relationships/slideMaster" Target="slideMasters/slideMaster14.xml"/><Relationship Id="rId15" Type="http://schemas.openxmlformats.org/officeDocument/2006/relationships/slideMaster" Target="slideMasters/slideMaster15.xml"/><Relationship Id="rId16" Type="http://schemas.openxmlformats.org/officeDocument/2006/relationships/slideMaster" Target="slideMasters/slideMaster16.xml"/><Relationship Id="rId17" Type="http://schemas.openxmlformats.org/officeDocument/2006/relationships/slideMaster" Target="slideMasters/slideMaster17.xml"/><Relationship Id="rId18" Type="http://schemas.openxmlformats.org/officeDocument/2006/relationships/slideMaster" Target="slideMasters/slideMaster18.xml"/><Relationship Id="rId19" Type="http://schemas.openxmlformats.org/officeDocument/2006/relationships/slideMaster" Target="slideMasters/slideMaster19.xml"/><Relationship Id="rId20" Type="http://schemas.openxmlformats.org/officeDocument/2006/relationships/slideMaster" Target="slideMasters/slideMaster20.xml"/><Relationship Id="rId21" Type="http://schemas.openxmlformats.org/officeDocument/2006/relationships/slideMaster" Target="slideMasters/slideMaster21.xml"/><Relationship Id="rId22" Type="http://schemas.openxmlformats.org/officeDocument/2006/relationships/slideMaster" Target="slideMasters/slideMaster22.xml"/><Relationship Id="rId23" Type="http://schemas.openxmlformats.org/officeDocument/2006/relationships/slideMaster" Target="slideMasters/slideMaster23.xml"/><Relationship Id="rId24" Type="http://schemas.openxmlformats.org/officeDocument/2006/relationships/slideMaster" Target="slideMasters/slideMaster24.xml"/><Relationship Id="rId25" Type="http://schemas.openxmlformats.org/officeDocument/2006/relationships/slideMaster" Target="slideMasters/slideMaster25.xml"/><Relationship Id="rId26" Type="http://schemas.openxmlformats.org/officeDocument/2006/relationships/slideMaster" Target="slideMasters/slideMaster26.xml"/><Relationship Id="rId27" Type="http://schemas.openxmlformats.org/officeDocument/2006/relationships/slideMaster" Target="slideMasters/slideMaster27.xml"/><Relationship Id="rId28" Type="http://schemas.openxmlformats.org/officeDocument/2006/relationships/slideMaster" Target="slideMasters/slideMaster28.xml"/><Relationship Id="rId29" Type="http://schemas.openxmlformats.org/officeDocument/2006/relationships/slideMaster" Target="slideMasters/slideMaster29.xml"/><Relationship Id="rId30" Type="http://schemas.openxmlformats.org/officeDocument/2006/relationships/slideMaster" Target="slideMasters/slideMaster30.xml"/><Relationship Id="rId31" Type="http://schemas.openxmlformats.org/officeDocument/2006/relationships/slideMaster" Target="slideMasters/slideMaster31.xml"/><Relationship Id="rId32" Type="http://schemas.openxmlformats.org/officeDocument/2006/relationships/slideMaster" Target="slideMasters/slideMaster32.xml"/><Relationship Id="rId33" Type="http://schemas.openxmlformats.org/officeDocument/2006/relationships/slideMaster" Target="slideMasters/slideMaster33.xml"/><Relationship Id="rId34" Type="http://schemas.openxmlformats.org/officeDocument/2006/relationships/slideMaster" Target="slideMasters/slideMaster34.xml"/><Relationship Id="rId35" Type="http://schemas.openxmlformats.org/officeDocument/2006/relationships/theme" Target="theme/theme1.xml"/><Relationship Id="rId36" Type="http://schemas.openxmlformats.org/officeDocument/2006/relationships/theme" Target="theme/theme2.xml"/><Relationship Id="rId37" Type="http://schemas.openxmlformats.org/officeDocument/2006/relationships/theme" Target="theme/theme3.xml"/><Relationship Id="rId38" Type="http://schemas.openxmlformats.org/officeDocument/2006/relationships/theme" Target="theme/theme4.xml"/><Relationship Id="rId39" Type="http://schemas.openxmlformats.org/officeDocument/2006/relationships/theme" Target="theme/theme5.xml"/><Relationship Id="rId40" Type="http://schemas.openxmlformats.org/officeDocument/2006/relationships/theme" Target="theme/theme6.xml"/><Relationship Id="rId41" Type="http://schemas.openxmlformats.org/officeDocument/2006/relationships/theme" Target="theme/theme7.xml"/><Relationship Id="rId42" Type="http://schemas.openxmlformats.org/officeDocument/2006/relationships/theme" Target="theme/theme8.xml"/><Relationship Id="rId43" Type="http://schemas.openxmlformats.org/officeDocument/2006/relationships/theme" Target="theme/theme9.xml"/><Relationship Id="rId44" Type="http://schemas.openxmlformats.org/officeDocument/2006/relationships/theme" Target="theme/theme10.xml"/><Relationship Id="rId45" Type="http://schemas.openxmlformats.org/officeDocument/2006/relationships/theme" Target="theme/theme11.xml"/><Relationship Id="rId46" Type="http://schemas.openxmlformats.org/officeDocument/2006/relationships/theme" Target="theme/theme12.xml"/><Relationship Id="rId47" Type="http://schemas.openxmlformats.org/officeDocument/2006/relationships/theme" Target="theme/theme13.xml"/><Relationship Id="rId48" Type="http://schemas.openxmlformats.org/officeDocument/2006/relationships/theme" Target="theme/theme14.xml"/><Relationship Id="rId49" Type="http://schemas.openxmlformats.org/officeDocument/2006/relationships/theme" Target="theme/theme15.xml"/><Relationship Id="rId50" Type="http://schemas.openxmlformats.org/officeDocument/2006/relationships/theme" Target="theme/theme16.xml"/><Relationship Id="rId51" Type="http://schemas.openxmlformats.org/officeDocument/2006/relationships/theme" Target="theme/theme17.xml"/><Relationship Id="rId52" Type="http://schemas.openxmlformats.org/officeDocument/2006/relationships/theme" Target="theme/theme18.xml"/><Relationship Id="rId53" Type="http://schemas.openxmlformats.org/officeDocument/2006/relationships/theme" Target="theme/theme19.xml"/><Relationship Id="rId54" Type="http://schemas.openxmlformats.org/officeDocument/2006/relationships/theme" Target="theme/theme20.xml"/><Relationship Id="rId55" Type="http://schemas.openxmlformats.org/officeDocument/2006/relationships/theme" Target="theme/theme21.xml"/><Relationship Id="rId56" Type="http://schemas.openxmlformats.org/officeDocument/2006/relationships/theme" Target="theme/theme22.xml"/><Relationship Id="rId57" Type="http://schemas.openxmlformats.org/officeDocument/2006/relationships/theme" Target="theme/theme23.xml"/><Relationship Id="rId58" Type="http://schemas.openxmlformats.org/officeDocument/2006/relationships/theme" Target="theme/theme24.xml"/><Relationship Id="rId59" Type="http://schemas.openxmlformats.org/officeDocument/2006/relationships/theme" Target="theme/theme25.xml"/><Relationship Id="rId60" Type="http://schemas.openxmlformats.org/officeDocument/2006/relationships/theme" Target="theme/theme26.xml"/><Relationship Id="rId61" Type="http://schemas.openxmlformats.org/officeDocument/2006/relationships/theme" Target="theme/theme27.xml"/><Relationship Id="rId62" Type="http://schemas.openxmlformats.org/officeDocument/2006/relationships/theme" Target="theme/theme28.xml"/><Relationship Id="rId63" Type="http://schemas.openxmlformats.org/officeDocument/2006/relationships/theme" Target="theme/theme29.xml"/><Relationship Id="rId64" Type="http://schemas.openxmlformats.org/officeDocument/2006/relationships/theme" Target="theme/theme30.xml"/><Relationship Id="rId65" Type="http://schemas.openxmlformats.org/officeDocument/2006/relationships/theme" Target="theme/theme31.xml"/><Relationship Id="rId66" Type="http://schemas.openxmlformats.org/officeDocument/2006/relationships/theme" Target="theme/theme32.xml"/><Relationship Id="rId67" Type="http://schemas.openxmlformats.org/officeDocument/2006/relationships/theme" Target="theme/theme33.xml"/><Relationship Id="rId68" Type="http://schemas.openxmlformats.org/officeDocument/2006/relationships/theme" Target="theme/theme34.xml"/><Relationship Id="rId69" Type="http://schemas.openxmlformats.org/officeDocument/2006/relationships/theme" Target="theme/theme35.xml"/><Relationship Id="rId70" Type="http://schemas.openxmlformats.org/officeDocument/2006/relationships/slide" Target="slides/slide1.xml"/><Relationship Id="rId71" Type="http://schemas.openxmlformats.org/officeDocument/2006/relationships/slide" Target="slides/slide2.xml"/><Relationship Id="rId72" Type="http://schemas.openxmlformats.org/officeDocument/2006/relationships/slide" Target="slides/slide3.xml"/><Relationship Id="rId73" Type="http://schemas.openxmlformats.org/officeDocument/2006/relationships/slide" Target="slides/slide4.xml"/><Relationship Id="rId74" Type="http://schemas.openxmlformats.org/officeDocument/2006/relationships/slide" Target="slides/slide5.xml"/><Relationship Id="rId75" Type="http://schemas.openxmlformats.org/officeDocument/2006/relationships/slide" Target="slides/slide6.xml"/><Relationship Id="rId76" Type="http://schemas.openxmlformats.org/officeDocument/2006/relationships/slide" Target="slides/slide7.xml"/><Relationship Id="rId77" Type="http://schemas.openxmlformats.org/officeDocument/2006/relationships/slide" Target="slides/slide8.xml"/><Relationship Id="rId78" Type="http://schemas.openxmlformats.org/officeDocument/2006/relationships/notesMaster" Target="notesMasters/notesMaster1.xml"/><Relationship Id="rId79" Type="http://schemas.openxmlformats.org/officeDocument/2006/relationships/presProps" Target="presProps.xml" /><Relationship Id="rId80" Type="http://schemas.openxmlformats.org/officeDocument/2006/relationships/tableStyles" Target="tableStyles.xml" /><Relationship Id="rId81" Type="http://schemas.openxmlformats.org/officeDocument/2006/relationships/viewProps" Target="viewProps.xml" /></Relationships>
</file>

<file path=ppt/notesMasters/_rels/notesMaster1.xml.rels><?xml version="1.0" encoding="UTF-8" standalone="yes"?><Relationships xmlns="http://schemas.openxmlformats.org/package/2006/relationships"><Relationship Id="rId1" Type="http://schemas.openxmlformats.org/officeDocument/2006/relationships/theme" Target="../theme/theme35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36863480" name="PlaceHolder 1"/>
          <p:cNvSpPr>
            <a:spLocks noGrp="1"/>
          </p:cNvSpPr>
          <p:nvPr>
            <p:ph type="sldImg"/>
          </p:nvPr>
        </p:nvSpPr>
        <p:spPr bwMode="auto">
          <a:xfrm>
            <a:off x="533520" y="764280"/>
            <a:ext cx="6704640" cy="37713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p>
            <a:pPr algn="ctr">
              <a:defRPr/>
            </a:pPr>
            <a:r>
              <a:rPr lang="en-US" sz="4400" b="0" u="none" strike="noStrike">
                <a:solidFill>
                  <a:srgbClr val="000000"/>
                </a:solidFill>
                <a:latin typeface="Arial"/>
              </a:rPr>
              <a:t>Click to move the slide</a:t>
            </a:r>
            <a:endParaRPr lang="en-US" sz="4400" b="0" u="none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80611437" name="PlaceHolder 2"/>
          <p:cNvSpPr>
            <a:spLocks noGrp="1"/>
          </p:cNvSpPr>
          <p:nvPr>
            <p:ph type="body"/>
          </p:nvPr>
        </p:nvSpPr>
        <p:spPr bwMode="auto">
          <a:xfrm>
            <a:off x="777240" y="4777560"/>
            <a:ext cx="6217560" cy="45259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p>
            <a:pPr marL="216000" indent="-216000">
              <a:buNone/>
              <a:defRPr/>
            </a:pPr>
            <a:r>
              <a:rPr lang="en-US" sz="2000" b="0" u="none" strike="noStrike">
                <a:solidFill>
                  <a:srgbClr val="000000"/>
                </a:solidFill>
                <a:latin typeface="Arial"/>
              </a:rPr>
              <a:t>Click to edit the notes format</a:t>
            </a:r>
            <a:endParaRPr lang="en-US" sz="2000" b="0" u="none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41651204" name="PlaceHolder 3"/>
          <p:cNvSpPr>
            <a:spLocks noGrp="1"/>
          </p:cNvSpPr>
          <p:nvPr>
            <p:ph type="hdr"/>
          </p:nvPr>
        </p:nvSpPr>
        <p:spPr bwMode="auto">
          <a:xfrm>
            <a:off x="0" y="0"/>
            <a:ext cx="3372840" cy="5025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p>
            <a:pPr indent="0">
              <a:buNone/>
              <a:defRPr/>
            </a:pPr>
            <a:r>
              <a:rPr lang="en-US" sz="1400" b="0" u="none" strike="noStrike">
                <a:solidFill>
                  <a:srgbClr val="000000"/>
                </a:solidFill>
                <a:latin typeface="Times New Roman"/>
              </a:rPr>
              <a:t>&lt;header&gt;</a:t>
            </a:r>
            <a:endParaRPr lang="en-US" sz="1400" b="0" u="none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972586109" name="PlaceHolder 4"/>
          <p:cNvSpPr>
            <a:spLocks noGrp="1"/>
          </p:cNvSpPr>
          <p:nvPr>
            <p:ph type="dt" idx="106"/>
          </p:nvPr>
        </p:nvSpPr>
        <p:spPr bwMode="auto">
          <a:xfrm>
            <a:off x="4399200" y="0"/>
            <a:ext cx="3372840" cy="5025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 algn="r">
              <a:buNone/>
              <a:defRPr lang="en-US" sz="1400" b="0" u="none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r">
              <a:buNone/>
              <a:defRPr/>
            </a:pPr>
            <a:r>
              <a:rPr lang="en-US" sz="1400" b="0" u="none" strike="noStrike">
                <a:solidFill>
                  <a:srgbClr val="000000"/>
                </a:solidFill>
                <a:latin typeface="Times New Roman"/>
              </a:rPr>
              <a:t>&lt;date/time&gt;</a:t>
            </a:r>
            <a:endParaRPr lang="en-US" sz="1400" b="0" u="none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28110957" name="PlaceHolder 5"/>
          <p:cNvSpPr>
            <a:spLocks noGrp="1"/>
          </p:cNvSpPr>
          <p:nvPr>
            <p:ph type="ftr" idx="107"/>
          </p:nvPr>
        </p:nvSpPr>
        <p:spPr bwMode="auto">
          <a:xfrm>
            <a:off x="0" y="9555480"/>
            <a:ext cx="3372840" cy="5025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indent="0">
              <a:buNone/>
              <a:defRPr lang="en-US" sz="1400" b="0" u="none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  <a:defRPr/>
            </a:pPr>
            <a:r>
              <a:rPr lang="en-US" sz="1400" b="0" u="none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735083873" name="PlaceHolder 6"/>
          <p:cNvSpPr>
            <a:spLocks noGrp="1"/>
          </p:cNvSpPr>
          <p:nvPr>
            <p:ph type="sldNum" idx="108"/>
          </p:nvPr>
        </p:nvSpPr>
        <p:spPr bwMode="auto">
          <a:xfrm>
            <a:off x="4399200" y="9555480"/>
            <a:ext cx="3372840" cy="5025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indent="0" algn="r">
              <a:buNone/>
              <a:defRPr lang="en-US" sz="1400" b="0" u="none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r">
              <a:buNone/>
              <a:defRPr/>
            </a:pPr>
            <a:fld id="{EBDB19E0-9FCC-4D0B-8A00-42ED345BC9D4}" type="slidenum">
              <a:rPr lang="en-US" sz="1400" b="0" u="none" strike="noStrike">
                <a:solidFill>
                  <a:srgbClr val="000000"/>
                </a:solidFill>
                <a:latin typeface="Times New Roman"/>
              </a:rPr>
              <a:t>&lt;number&gt;</a:t>
            </a:fld>
            <a:endParaRPr lang="en-US" sz="1400" b="0" u="none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notesMaster>
</file>

<file path=ppt/notesSlides/_rels/notesSlide1.xml.rels><?xml version="1.0" encoding="UTF-8" standalone="yes" ?>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 ?>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 ?>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 ?>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 ?>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 ?>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 ?>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 ?>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576840929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796916315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5560019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2653B635-B34A-140C-EB9A-D4983D26D144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63403733" name="PlaceHolder 1"/>
          <p:cNvSpPr>
            <a:spLocks noGrp="1"/>
          </p:cNvSpPr>
          <p:nvPr>
            <p:ph type="sldImg"/>
          </p:nvPr>
        </p:nvSpPr>
        <p:spPr bwMode="auto">
          <a:xfrm>
            <a:off x="380880" y="685800"/>
            <a:ext cx="6094080" cy="3427200"/>
          </a:xfrm>
          <a:prstGeom prst="rect">
            <a:avLst/>
          </a:prstGeom>
          <a:ln w="0">
            <a:noFill/>
          </a:ln>
        </p:spPr>
      </p:sp>
      <p:sp>
        <p:nvSpPr>
          <p:cNvPr id="488768756" name="PlaceHolder 2"/>
          <p:cNvSpPr>
            <a:spLocks noGrp="1"/>
          </p:cNvSpPr>
          <p:nvPr>
            <p:ph type="body"/>
          </p:nvPr>
        </p:nvSpPr>
        <p:spPr bwMode="auto">
          <a:xfrm>
            <a:off x="685800" y="4343400"/>
            <a:ext cx="5484600" cy="4113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marL="216000" indent="-216000">
              <a:buNone/>
              <a:defRPr/>
            </a:pPr>
            <a:endParaRPr lang="en-US" sz="1800" b="0" u="none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09330951" name="PlaceHolder 3"/>
          <p:cNvSpPr>
            <a:spLocks noGrp="1"/>
          </p:cNvSpPr>
          <p:nvPr>
            <p:ph type="sldNum" idx="109"/>
          </p:nvPr>
        </p:nvSpPr>
        <p:spPr bwMode="auto">
          <a:xfrm>
            <a:off x="3884760" y="8685360"/>
            <a:ext cx="2970000" cy="4554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121896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1218960">
              <a:lnSpc>
                <a:spcPct val="100000"/>
              </a:lnSpc>
              <a:buNone/>
              <a:tabLst>
                <a:tab pos="0" algn="l"/>
              </a:tabLst>
              <a:defRPr/>
            </a:pPr>
            <a:fld id="{5A4A6053-C3F1-4662-A7DA-524F2A3754AE}" type="slidenum">
              <a:rPr lang="en-US" sz="1200" b="0" u="none" strike="noStrike">
                <a:solidFill>
                  <a:schemeClr val="dk1"/>
                </a:solidFill>
                <a:latin typeface="+mn-lt"/>
                <a:ea typeface="+mn-ea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1031839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60805035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347760640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B812CFB0-AF1C-D3AA-2776-C1E13182E6C9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111568917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938146405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700143130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AA850854-ED73-80A4-C79B-E8C5294347C1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05912500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2017509515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491053882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BC1BEFA6-901B-AC95-2888-DB990EF9E78D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67767308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517120321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60600261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6F7C7A3A-7EE5-4FA0-69A6-764D4DBAF86D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59167380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06480724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511557913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AD27B00A-AF56-C541-B1D2-CF705E96CF6A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80695790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221283847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70530406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165FA5F-CBFC-2FF9-5EAF-7069BE010ADF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5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6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7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8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9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10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1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12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2.xml"/></Relationships>
</file>

<file path=ppt/slideLayouts/_rels/slideLayout13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3.xml"/></Relationships>
</file>

<file path=ppt/slideLayouts/_rels/slideLayout14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4.xml"/></Relationships>
</file>

<file path=ppt/slideLayouts/_rels/slideLayout15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5.xml"/></Relationships>
</file>

<file path=ppt/slideLayouts/_rels/slideLayout16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6.xml"/></Relationships>
</file>

<file path=ppt/slideLayouts/_rels/slideLayout17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7.xml"/></Relationships>
</file>

<file path=ppt/slideLayouts/_rels/slideLayout18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8.xml"/></Relationships>
</file>

<file path=ppt/slideLayouts/_rels/slideLayout19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9.xml"/></Relationships>
</file>

<file path=ppt/slideLayouts/_rels/slideLayout20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20.xml"/></Relationships>
</file>

<file path=ppt/slideLayouts/_rels/slideLayout2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21.xml"/></Relationships>
</file>

<file path=ppt/slideLayouts/_rels/slideLayout22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22.xml"/></Relationships>
</file>

<file path=ppt/slideLayouts/_rels/slideLayout23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23.xml"/></Relationships>
</file>

<file path=ppt/slideLayouts/_rels/slideLayout24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24.xml"/></Relationships>
</file>

<file path=ppt/slideLayouts/_rels/slideLayout25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25.xml"/></Relationships>
</file>

<file path=ppt/slideLayouts/_rels/slideLayout26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26.xml"/></Relationships>
</file>

<file path=ppt/slideLayouts/_rels/slideLayout27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27.xml"/></Relationships>
</file>

<file path=ppt/slideLayouts/_rels/slideLayout28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28.xml"/></Relationships>
</file>

<file path=ppt/slideLayouts/_rels/slideLayout29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29.xml"/></Relationships>
</file>

<file path=ppt/slideLayouts/_rels/slideLayout30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30.xml"/></Relationships>
</file>

<file path=ppt/slideLayouts/_rels/slideLayout3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31.xml"/></Relationships>
</file>

<file path=ppt/slideLayouts/_rels/slideLayout32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32.xml"/></Relationships>
</file>

<file path=ppt/slideLayouts/_rels/slideLayout33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33.xml"/></Relationships>
</file>

<file path=ppt/slideLayouts/_rels/slideLayout34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34.xml"/></Relationships>
</file>

<file path=ppt/slideLayouts/_rels/slideLayout35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34.xml"/></Relationships>
</file>

<file path=ppt/slideLayouts/_rels/slideLayout36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34.xml"/></Relationships>
</file>

<file path=ppt/slideLayouts/_rels/slideLayout37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34.xml"/></Relationships>
</file>

<file path=ppt/slideLayouts/_rels/slideLayout38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34.xml"/></Relationships>
</file>

<file path=ppt/slideLayouts/_rels/slideLayout39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34.xml"/></Relationships>
</file>

<file path=ppt/slideLayouts/_rels/slideLayout40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34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title" userDrawn="1">
  <p:cSld name="Титульный слайд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10282037" name="PlaceHolder 1"/>
          <p:cNvSpPr>
            <a:spLocks noGrp="1"/>
          </p:cNvSpPr>
          <p:nvPr>
            <p:ph type="title"/>
          </p:nvPr>
        </p:nvSpPr>
        <p:spPr bwMode="auto">
          <a:xfrm>
            <a:off x="609120" y="273600"/>
            <a:ext cx="1096956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p>
            <a:pPr indent="0" algn="ctr">
              <a:buNone/>
              <a:defRPr/>
            </a:pPr>
            <a:endParaRPr lang="en-US" sz="4400" b="0" u="none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981417091" name="PlaceHolder 2"/>
          <p:cNvSpPr>
            <a:spLocks noGrp="1"/>
          </p:cNvSpPr>
          <p:nvPr>
            <p:ph type="subTitle"/>
          </p:nvPr>
        </p:nvSpPr>
        <p:spPr bwMode="auto">
          <a:xfrm>
            <a:off x="609120" y="1604520"/>
            <a:ext cx="1096956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p>
            <a:pPr indent="0" algn="ctr">
              <a:buNone/>
              <a:defRPr/>
            </a:pPr>
            <a:endParaRPr lang="en-US" sz="3200" b="0" u="none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198598976" name="PlaceHolder 3"/>
          <p:cNvSpPr>
            <a:spLocks noGrp="1"/>
          </p:cNvSpPr>
          <p:nvPr>
            <p:ph type="ftr" idx="1"/>
          </p:nvPr>
        </p:nvSpPr>
        <p:spPr bwMode="auto"/>
        <p:txBody>
          <a:bodyPr/>
          <a:p>
            <a:pPr>
              <a:defRPr/>
            </a:pPr>
            <a:r>
              <a:rPr/>
              <a:t>Footer</a:t>
            </a:r>
            <a:endParaRPr/>
          </a:p>
        </p:txBody>
      </p:sp>
      <p:sp>
        <p:nvSpPr>
          <p:cNvPr id="914735239" name="PlaceHolder 4"/>
          <p:cNvSpPr>
            <a:spLocks noGrp="1"/>
          </p:cNvSpPr>
          <p:nvPr>
            <p:ph type="sldNum" idx="2"/>
          </p:nvPr>
        </p:nvSpPr>
        <p:spPr bwMode="auto"/>
        <p:txBody>
          <a:bodyPr/>
          <a:p>
            <a:pPr>
              <a:defRPr/>
            </a:pPr>
            <a:fld id="{49B5C828-E413-43B9-BC64-FA0F0C7C7138}" type="slidenum">
              <a:rPr/>
              <a:t>&lt;#&gt;</a:t>
            </a:fld>
            <a:endParaRPr/>
          </a:p>
        </p:txBody>
      </p:sp>
      <p:sp>
        <p:nvSpPr>
          <p:cNvPr id="33134010" name="PlaceHolder 5"/>
          <p:cNvSpPr>
            <a:spLocks noGrp="1"/>
          </p:cNvSpPr>
          <p:nvPr>
            <p:ph type="dt" idx="3"/>
          </p:nvPr>
        </p:nvSpPr>
        <p:spPr bwMode="auto"/>
        <p:txBody>
          <a:bodyPr/>
          <a:p>
            <a:pPr>
              <a:defRPr/>
            </a:pPr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vertTx" userDrawn="1">
  <p:cSld name="Заголовок и вертикальный текст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6784646" name="PlaceHolder 1"/>
          <p:cNvSpPr>
            <a:spLocks noGrp="1"/>
          </p:cNvSpPr>
          <p:nvPr>
            <p:ph type="ftr" idx="4"/>
          </p:nvPr>
        </p:nvSpPr>
        <p:spPr bwMode="auto"/>
        <p:txBody>
          <a:bodyPr/>
          <a:p>
            <a:pPr>
              <a:defRPr/>
            </a:pPr>
            <a:r>
              <a:rPr/>
              <a:t>Footer</a:t>
            </a:r>
            <a:endParaRPr/>
          </a:p>
        </p:txBody>
      </p:sp>
      <p:sp>
        <p:nvSpPr>
          <p:cNvPr id="2089041794" name="PlaceHolder 2"/>
          <p:cNvSpPr>
            <a:spLocks noGrp="1"/>
          </p:cNvSpPr>
          <p:nvPr>
            <p:ph type="sldNum" idx="5"/>
          </p:nvPr>
        </p:nvSpPr>
        <p:spPr bwMode="auto"/>
        <p:txBody>
          <a:bodyPr/>
          <a:p>
            <a:pPr>
              <a:defRPr/>
            </a:pPr>
            <a:fld id="{19182DC9-98B8-4D75-B889-1195139FF038}" type="slidenum">
              <a:rPr/>
              <a:t>&lt;#&gt;</a:t>
            </a:fld>
            <a:endParaRPr/>
          </a:p>
        </p:txBody>
      </p:sp>
      <p:sp>
        <p:nvSpPr>
          <p:cNvPr id="2015572106" name="PlaceHolder 3"/>
          <p:cNvSpPr>
            <a:spLocks noGrp="1"/>
          </p:cNvSpPr>
          <p:nvPr>
            <p:ph type="dt" idx="6"/>
          </p:nvPr>
        </p:nvSpPr>
        <p:spPr bwMode="auto"/>
        <p:txBody>
          <a:bodyPr/>
          <a:p>
            <a:pPr>
              <a:defRPr/>
            </a:pPr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vertTitleAndTx" userDrawn="1">
  <p:cSld name="Вертикальный заголовок и текст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399195497" name="PlaceHolder 1"/>
          <p:cNvSpPr>
            <a:spLocks noGrp="1"/>
          </p:cNvSpPr>
          <p:nvPr>
            <p:ph type="ftr" idx="7"/>
          </p:nvPr>
        </p:nvSpPr>
        <p:spPr bwMode="auto"/>
        <p:txBody>
          <a:bodyPr/>
          <a:p>
            <a:pPr>
              <a:defRPr/>
            </a:pPr>
            <a:r>
              <a:rPr/>
              <a:t>Footer</a:t>
            </a:r>
            <a:endParaRPr/>
          </a:p>
        </p:txBody>
      </p:sp>
      <p:sp>
        <p:nvSpPr>
          <p:cNvPr id="829829083" name="PlaceHolder 2"/>
          <p:cNvSpPr>
            <a:spLocks noGrp="1"/>
          </p:cNvSpPr>
          <p:nvPr>
            <p:ph type="sldNum" idx="8"/>
          </p:nvPr>
        </p:nvSpPr>
        <p:spPr bwMode="auto"/>
        <p:txBody>
          <a:bodyPr/>
          <a:p>
            <a:pPr>
              <a:defRPr/>
            </a:pPr>
            <a:fld id="{0D7E1AA5-58EF-4A70-951B-8D9E397117FF}" type="slidenum">
              <a:rPr/>
              <a:t>&lt;#&gt;</a:t>
            </a:fld>
            <a:endParaRPr/>
          </a:p>
        </p:txBody>
      </p:sp>
      <p:sp>
        <p:nvSpPr>
          <p:cNvPr id="160599642" name="PlaceHolder 3"/>
          <p:cNvSpPr>
            <a:spLocks noGrp="1"/>
          </p:cNvSpPr>
          <p:nvPr>
            <p:ph type="dt" idx="9"/>
          </p:nvPr>
        </p:nvSpPr>
        <p:spPr bwMode="auto"/>
        <p:txBody>
          <a:bodyPr/>
          <a:p>
            <a:pPr>
              <a:defRPr/>
            </a:pPr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obj" userDrawn="1">
  <p:cSld name="Заголовок и объект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097999749" name="PlaceHolder 1"/>
          <p:cNvSpPr>
            <a:spLocks noGrp="1"/>
          </p:cNvSpPr>
          <p:nvPr>
            <p:ph type="title"/>
          </p:nvPr>
        </p:nvSpPr>
        <p:spPr bwMode="auto">
          <a:xfrm>
            <a:off x="609120" y="273600"/>
            <a:ext cx="1096956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p>
            <a:pPr indent="0" algn="ctr">
              <a:buNone/>
              <a:defRPr/>
            </a:pPr>
            <a:endParaRPr lang="en-US" sz="4400" b="0" u="none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69906338" name="PlaceHolder 2"/>
          <p:cNvSpPr>
            <a:spLocks noGrp="1"/>
          </p:cNvSpPr>
          <p:nvPr>
            <p:ph/>
          </p:nvPr>
        </p:nvSpPr>
        <p:spPr bwMode="auto">
          <a:xfrm>
            <a:off x="609120" y="1604520"/>
            <a:ext cx="1096956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p>
            <a:pPr indent="0">
              <a:spcBef>
                <a:spcPts val="1417"/>
              </a:spcBef>
              <a:buNone/>
              <a:defRPr/>
            </a:pPr>
            <a:endParaRPr lang="en-US" sz="3200" b="0" u="none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63079693" name="PlaceHolder 3"/>
          <p:cNvSpPr>
            <a:spLocks noGrp="1"/>
          </p:cNvSpPr>
          <p:nvPr>
            <p:ph type="ftr" idx="10"/>
          </p:nvPr>
        </p:nvSpPr>
        <p:spPr bwMode="auto"/>
        <p:txBody>
          <a:bodyPr/>
          <a:p>
            <a:pPr>
              <a:defRPr/>
            </a:pPr>
            <a:r>
              <a:rPr/>
              <a:t>Footer</a:t>
            </a:r>
            <a:endParaRPr/>
          </a:p>
        </p:txBody>
      </p:sp>
      <p:sp>
        <p:nvSpPr>
          <p:cNvPr id="650342478" name="PlaceHolder 4"/>
          <p:cNvSpPr>
            <a:spLocks noGrp="1"/>
          </p:cNvSpPr>
          <p:nvPr>
            <p:ph type="sldNum" idx="11"/>
          </p:nvPr>
        </p:nvSpPr>
        <p:spPr bwMode="auto"/>
        <p:txBody>
          <a:bodyPr/>
          <a:p>
            <a:pPr>
              <a:defRPr/>
            </a:pPr>
            <a:fld id="{CAA96349-C391-4458-B602-FA7AB087DFDB}" type="slidenum">
              <a:rPr/>
              <a:t>&lt;#&gt;</a:t>
            </a:fld>
            <a:endParaRPr/>
          </a:p>
        </p:txBody>
      </p:sp>
      <p:sp>
        <p:nvSpPr>
          <p:cNvPr id="1416535894" name="PlaceHolder 5"/>
          <p:cNvSpPr>
            <a:spLocks noGrp="1"/>
          </p:cNvSpPr>
          <p:nvPr>
            <p:ph type="dt" idx="12"/>
          </p:nvPr>
        </p:nvSpPr>
        <p:spPr bwMode="auto"/>
        <p:txBody>
          <a:bodyPr/>
          <a:p>
            <a:pPr>
              <a:defRPr/>
            </a:pPr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blank" userDrawn="1">
  <p:cSld name="Заголовок раздела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07996685" name="PlaceHolder 1"/>
          <p:cNvSpPr>
            <a:spLocks noGrp="1"/>
          </p:cNvSpPr>
          <p:nvPr>
            <p:ph type="ftr" idx="13"/>
          </p:nvPr>
        </p:nvSpPr>
        <p:spPr bwMode="auto"/>
        <p:txBody>
          <a:bodyPr/>
          <a:p>
            <a:pPr>
              <a:defRPr/>
            </a:pPr>
            <a:r>
              <a:rPr/>
              <a:t>Footer</a:t>
            </a:r>
            <a:endParaRPr/>
          </a:p>
        </p:txBody>
      </p:sp>
      <p:sp>
        <p:nvSpPr>
          <p:cNvPr id="1222283073" name="PlaceHolder 2"/>
          <p:cNvSpPr>
            <a:spLocks noGrp="1"/>
          </p:cNvSpPr>
          <p:nvPr>
            <p:ph type="sldNum" idx="14"/>
          </p:nvPr>
        </p:nvSpPr>
        <p:spPr bwMode="auto"/>
        <p:txBody>
          <a:bodyPr/>
          <a:p>
            <a:pPr>
              <a:defRPr/>
            </a:pPr>
            <a:fld id="{84EE1F16-395D-457E-83B6-70819F18C055}" type="slidenum">
              <a:rPr/>
              <a:t>&lt;#&gt;</a:t>
            </a:fld>
            <a:endParaRPr/>
          </a:p>
        </p:txBody>
      </p:sp>
      <p:sp>
        <p:nvSpPr>
          <p:cNvPr id="966838248" name="PlaceHolder 3"/>
          <p:cNvSpPr>
            <a:spLocks noGrp="1"/>
          </p:cNvSpPr>
          <p:nvPr>
            <p:ph type="dt" idx="15"/>
          </p:nvPr>
        </p:nvSpPr>
        <p:spPr bwMode="auto"/>
        <p:txBody>
          <a:bodyPr/>
          <a:p>
            <a:pPr>
              <a:defRPr/>
            </a:pPr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twoObj" userDrawn="1">
  <p:cSld name="Два типа объектов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62456843" name="PlaceHolder 1"/>
          <p:cNvSpPr>
            <a:spLocks noGrp="1"/>
          </p:cNvSpPr>
          <p:nvPr>
            <p:ph type="title"/>
          </p:nvPr>
        </p:nvSpPr>
        <p:spPr bwMode="auto">
          <a:xfrm>
            <a:off x="609120" y="273600"/>
            <a:ext cx="1096956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p>
            <a:pPr indent="0" algn="ctr">
              <a:buNone/>
              <a:defRPr/>
            </a:pPr>
            <a:endParaRPr lang="en-US" sz="4400" b="0" u="none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870549645" name="PlaceHolder 2"/>
          <p:cNvSpPr>
            <a:spLocks noGrp="1"/>
          </p:cNvSpPr>
          <p:nvPr>
            <p:ph/>
          </p:nvPr>
        </p:nvSpPr>
        <p:spPr bwMode="auto">
          <a:xfrm>
            <a:off x="609120" y="1604520"/>
            <a:ext cx="535284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p>
            <a:pPr indent="0">
              <a:spcBef>
                <a:spcPts val="1417"/>
              </a:spcBef>
              <a:buNone/>
              <a:defRPr/>
            </a:pPr>
            <a:endParaRPr lang="en-US" sz="3200" b="0" u="none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63727743" name="PlaceHolder 3"/>
          <p:cNvSpPr>
            <a:spLocks noGrp="1"/>
          </p:cNvSpPr>
          <p:nvPr>
            <p:ph/>
          </p:nvPr>
        </p:nvSpPr>
        <p:spPr bwMode="auto">
          <a:xfrm>
            <a:off x="6230160" y="1604520"/>
            <a:ext cx="535284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p>
            <a:pPr indent="0">
              <a:spcBef>
                <a:spcPts val="1417"/>
              </a:spcBef>
              <a:buNone/>
              <a:defRPr/>
            </a:pPr>
            <a:endParaRPr lang="en-US" sz="3200" b="0" u="none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165384969" name="PlaceHolder 4"/>
          <p:cNvSpPr>
            <a:spLocks noGrp="1"/>
          </p:cNvSpPr>
          <p:nvPr>
            <p:ph type="ftr" idx="16"/>
          </p:nvPr>
        </p:nvSpPr>
        <p:spPr bwMode="auto"/>
        <p:txBody>
          <a:bodyPr/>
          <a:p>
            <a:pPr>
              <a:defRPr/>
            </a:pPr>
            <a:r>
              <a:rPr/>
              <a:t>Footer</a:t>
            </a:r>
            <a:endParaRPr/>
          </a:p>
        </p:txBody>
      </p:sp>
      <p:sp>
        <p:nvSpPr>
          <p:cNvPr id="1662816971" name="PlaceHolder 5"/>
          <p:cNvSpPr>
            <a:spLocks noGrp="1"/>
          </p:cNvSpPr>
          <p:nvPr>
            <p:ph type="sldNum" idx="17"/>
          </p:nvPr>
        </p:nvSpPr>
        <p:spPr bwMode="auto"/>
        <p:txBody>
          <a:bodyPr/>
          <a:p>
            <a:pPr>
              <a:defRPr/>
            </a:pPr>
            <a:fld id="{3628FDB4-70F7-4336-B716-A76B743BD5CB}" type="slidenum">
              <a:rPr/>
              <a:t>&lt;#&gt;</a:t>
            </a:fld>
            <a:endParaRPr/>
          </a:p>
        </p:txBody>
      </p:sp>
      <p:sp>
        <p:nvSpPr>
          <p:cNvPr id="1154137750" name="PlaceHolder 6"/>
          <p:cNvSpPr>
            <a:spLocks noGrp="1"/>
          </p:cNvSpPr>
          <p:nvPr>
            <p:ph type="dt" idx="18"/>
          </p:nvPr>
        </p:nvSpPr>
        <p:spPr bwMode="auto"/>
        <p:txBody>
          <a:bodyPr/>
          <a:p>
            <a:pPr>
              <a:defRPr/>
            </a:pPr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blank" userDrawn="1">
  <p:cSld name="Сравнение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2320747" name="PlaceHolder 1"/>
          <p:cNvSpPr>
            <a:spLocks noGrp="1"/>
          </p:cNvSpPr>
          <p:nvPr>
            <p:ph type="ftr" idx="19"/>
          </p:nvPr>
        </p:nvSpPr>
        <p:spPr bwMode="auto"/>
        <p:txBody>
          <a:bodyPr/>
          <a:p>
            <a:pPr>
              <a:defRPr/>
            </a:pPr>
            <a:r>
              <a:rPr/>
              <a:t>Footer</a:t>
            </a:r>
            <a:endParaRPr/>
          </a:p>
        </p:txBody>
      </p:sp>
      <p:sp>
        <p:nvSpPr>
          <p:cNvPr id="1887393536" name="PlaceHolder 2"/>
          <p:cNvSpPr>
            <a:spLocks noGrp="1"/>
          </p:cNvSpPr>
          <p:nvPr>
            <p:ph type="sldNum" idx="20"/>
          </p:nvPr>
        </p:nvSpPr>
        <p:spPr bwMode="auto"/>
        <p:txBody>
          <a:bodyPr/>
          <a:p>
            <a:pPr>
              <a:defRPr/>
            </a:pPr>
            <a:fld id="{4B929DEC-2918-450B-B74A-6793662BBBF6}" type="slidenum">
              <a:rPr/>
              <a:t>&lt;#&gt;</a:t>
            </a:fld>
            <a:endParaRPr/>
          </a:p>
        </p:txBody>
      </p:sp>
      <p:sp>
        <p:nvSpPr>
          <p:cNvPr id="1823557727" name="PlaceHolder 3"/>
          <p:cNvSpPr>
            <a:spLocks noGrp="1"/>
          </p:cNvSpPr>
          <p:nvPr>
            <p:ph type="dt" idx="21"/>
          </p:nvPr>
        </p:nvSpPr>
        <p:spPr bwMode="auto"/>
        <p:txBody>
          <a:bodyPr/>
          <a:p>
            <a:pPr>
              <a:defRPr/>
            </a:pPr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blank" userDrawn="1">
  <p:cSld name="Пустой слайд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48303296" name="PlaceHolder 1"/>
          <p:cNvSpPr>
            <a:spLocks noGrp="1"/>
          </p:cNvSpPr>
          <p:nvPr>
            <p:ph type="ftr" idx="25"/>
          </p:nvPr>
        </p:nvSpPr>
        <p:spPr bwMode="auto"/>
        <p:txBody>
          <a:bodyPr/>
          <a:p>
            <a:pPr>
              <a:defRPr/>
            </a:pPr>
            <a:r>
              <a:rPr/>
              <a:t>Footer</a:t>
            </a:r>
            <a:endParaRPr/>
          </a:p>
        </p:txBody>
      </p:sp>
      <p:sp>
        <p:nvSpPr>
          <p:cNvPr id="1063268502" name="PlaceHolder 2"/>
          <p:cNvSpPr>
            <a:spLocks noGrp="1"/>
          </p:cNvSpPr>
          <p:nvPr>
            <p:ph type="sldNum" idx="26"/>
          </p:nvPr>
        </p:nvSpPr>
        <p:spPr bwMode="auto"/>
        <p:txBody>
          <a:bodyPr/>
          <a:p>
            <a:pPr>
              <a:defRPr/>
            </a:pPr>
            <a:fld id="{8D749737-028D-4BAA-8464-239EDDE035C3}" type="slidenum">
              <a:rPr/>
              <a:t>&lt;#&gt;</a:t>
            </a:fld>
            <a:endParaRPr/>
          </a:p>
        </p:txBody>
      </p:sp>
      <p:sp>
        <p:nvSpPr>
          <p:cNvPr id="795000883" name="PlaceHolder 3"/>
          <p:cNvSpPr>
            <a:spLocks noGrp="1"/>
          </p:cNvSpPr>
          <p:nvPr>
            <p:ph type="dt" idx="27"/>
          </p:nvPr>
        </p:nvSpPr>
        <p:spPr bwMode="auto"/>
        <p:txBody>
          <a:bodyPr/>
          <a:p>
            <a:pPr>
              <a:defRPr/>
            </a:pPr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blank" userDrawn="1">
  <p:cSld name="Объект с подписью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669896433" name="PlaceHolder 1"/>
          <p:cNvSpPr>
            <a:spLocks noGrp="1"/>
          </p:cNvSpPr>
          <p:nvPr>
            <p:ph type="ftr" idx="28"/>
          </p:nvPr>
        </p:nvSpPr>
        <p:spPr bwMode="auto"/>
        <p:txBody>
          <a:bodyPr/>
          <a:p>
            <a:pPr>
              <a:defRPr/>
            </a:pPr>
            <a:r>
              <a:rPr/>
              <a:t>Footer</a:t>
            </a:r>
            <a:endParaRPr/>
          </a:p>
        </p:txBody>
      </p:sp>
      <p:sp>
        <p:nvSpPr>
          <p:cNvPr id="735872752" name="PlaceHolder 2"/>
          <p:cNvSpPr>
            <a:spLocks noGrp="1"/>
          </p:cNvSpPr>
          <p:nvPr>
            <p:ph type="sldNum" idx="29"/>
          </p:nvPr>
        </p:nvSpPr>
        <p:spPr bwMode="auto"/>
        <p:txBody>
          <a:bodyPr/>
          <a:p>
            <a:pPr>
              <a:defRPr/>
            </a:pPr>
            <a:fld id="{30AF9D34-1F89-4937-8A5A-39DBA5EEE092}" type="slidenum">
              <a:rPr/>
              <a:t>&lt;#&gt;</a:t>
            </a:fld>
            <a:endParaRPr/>
          </a:p>
        </p:txBody>
      </p:sp>
      <p:sp>
        <p:nvSpPr>
          <p:cNvPr id="117457868" name="PlaceHolder 3"/>
          <p:cNvSpPr>
            <a:spLocks noGrp="1"/>
          </p:cNvSpPr>
          <p:nvPr>
            <p:ph type="dt" idx="30"/>
          </p:nvPr>
        </p:nvSpPr>
        <p:spPr bwMode="auto"/>
        <p:txBody>
          <a:bodyPr/>
          <a:p>
            <a:pPr>
              <a:defRPr/>
            </a:pPr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titleOnly" userDrawn="1">
  <p:cSld name="Рисунок с подписью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68056787" name="PlaceHolder 1"/>
          <p:cNvSpPr>
            <a:spLocks noGrp="1"/>
          </p:cNvSpPr>
          <p:nvPr>
            <p:ph type="title"/>
          </p:nvPr>
        </p:nvSpPr>
        <p:spPr bwMode="auto">
          <a:xfrm>
            <a:off x="609120" y="273600"/>
            <a:ext cx="1096956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p>
            <a:pPr indent="0" algn="ctr">
              <a:buNone/>
              <a:defRPr/>
            </a:pPr>
            <a:endParaRPr lang="en-US" sz="4400" b="0" u="none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911356625" name="PlaceHolder 2"/>
          <p:cNvSpPr>
            <a:spLocks noGrp="1"/>
          </p:cNvSpPr>
          <p:nvPr>
            <p:ph type="ftr" idx="31"/>
          </p:nvPr>
        </p:nvSpPr>
        <p:spPr bwMode="auto"/>
        <p:txBody>
          <a:bodyPr/>
          <a:p>
            <a:pPr>
              <a:defRPr/>
            </a:pPr>
            <a:r>
              <a:rPr/>
              <a:t>Footer</a:t>
            </a:r>
            <a:endParaRPr/>
          </a:p>
        </p:txBody>
      </p:sp>
      <p:sp>
        <p:nvSpPr>
          <p:cNvPr id="1002268818" name="PlaceHolder 3"/>
          <p:cNvSpPr>
            <a:spLocks noGrp="1"/>
          </p:cNvSpPr>
          <p:nvPr>
            <p:ph type="sldNum" idx="32"/>
          </p:nvPr>
        </p:nvSpPr>
        <p:spPr bwMode="auto"/>
        <p:txBody>
          <a:bodyPr/>
          <a:p>
            <a:pPr>
              <a:defRPr/>
            </a:pPr>
            <a:fld id="{850A064B-D6B8-44DC-9F88-4EA5CA917054}" type="slidenum">
              <a:rPr/>
              <a:t>&lt;#&gt;</a:t>
            </a:fld>
            <a:endParaRPr/>
          </a:p>
        </p:txBody>
      </p:sp>
      <p:sp>
        <p:nvSpPr>
          <p:cNvPr id="606094906" name="PlaceHolder 4"/>
          <p:cNvSpPr>
            <a:spLocks noGrp="1"/>
          </p:cNvSpPr>
          <p:nvPr>
            <p:ph type="dt" idx="33"/>
          </p:nvPr>
        </p:nvSpPr>
        <p:spPr bwMode="auto"/>
        <p:txBody>
          <a:bodyPr/>
          <a:p>
            <a:pPr>
              <a:defRPr/>
            </a:pPr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twoObj" userDrawn="1">
  <p:cSld name="Defaul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57333092" name="PlaceHolder 1"/>
          <p:cNvSpPr>
            <a:spLocks noGrp="1"/>
          </p:cNvSpPr>
          <p:nvPr>
            <p:ph type="title"/>
          </p:nvPr>
        </p:nvSpPr>
        <p:spPr bwMode="auto">
          <a:xfrm>
            <a:off x="609120" y="273600"/>
            <a:ext cx="1096956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p>
            <a:pPr indent="0" algn="ctr">
              <a:buNone/>
              <a:defRPr/>
            </a:pPr>
            <a:endParaRPr lang="en-US" sz="4400" b="0" u="none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95158502" name="PlaceHolder 2"/>
          <p:cNvSpPr>
            <a:spLocks noGrp="1"/>
          </p:cNvSpPr>
          <p:nvPr>
            <p:ph/>
          </p:nvPr>
        </p:nvSpPr>
        <p:spPr bwMode="auto">
          <a:xfrm>
            <a:off x="609120" y="1604520"/>
            <a:ext cx="535284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p>
            <a:pPr indent="0">
              <a:spcBef>
                <a:spcPts val="1417"/>
              </a:spcBef>
              <a:buNone/>
              <a:defRPr/>
            </a:pPr>
            <a:endParaRPr lang="en-US" sz="3200" b="0" u="none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748639502" name="PlaceHolder 3"/>
          <p:cNvSpPr>
            <a:spLocks noGrp="1"/>
          </p:cNvSpPr>
          <p:nvPr>
            <p:ph/>
          </p:nvPr>
        </p:nvSpPr>
        <p:spPr bwMode="auto">
          <a:xfrm>
            <a:off x="6230160" y="1604520"/>
            <a:ext cx="535284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p>
            <a:pPr indent="0">
              <a:spcBef>
                <a:spcPts val="1417"/>
              </a:spcBef>
              <a:buNone/>
              <a:defRPr/>
            </a:pPr>
            <a:endParaRPr lang="en-US" sz="3200" b="0" u="none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988916285" name="PlaceHolder 4"/>
          <p:cNvSpPr>
            <a:spLocks noGrp="1"/>
          </p:cNvSpPr>
          <p:nvPr>
            <p:ph type="ftr" idx="34"/>
          </p:nvPr>
        </p:nvSpPr>
        <p:spPr bwMode="auto"/>
        <p:txBody>
          <a:bodyPr/>
          <a:p>
            <a:pPr>
              <a:defRPr/>
            </a:pPr>
            <a:r>
              <a:rPr/>
              <a:t>Footer</a:t>
            </a:r>
            <a:endParaRPr/>
          </a:p>
        </p:txBody>
      </p:sp>
      <p:sp>
        <p:nvSpPr>
          <p:cNvPr id="1838162684" name="PlaceHolder 5"/>
          <p:cNvSpPr>
            <a:spLocks noGrp="1"/>
          </p:cNvSpPr>
          <p:nvPr>
            <p:ph type="sldNum" idx="35"/>
          </p:nvPr>
        </p:nvSpPr>
        <p:spPr bwMode="auto"/>
        <p:txBody>
          <a:bodyPr/>
          <a:p>
            <a:pPr>
              <a:defRPr/>
            </a:pPr>
            <a:fld id="{D97CC2D5-A8CF-450D-8FD0-A68B7676ABA1}" type="slidenum">
              <a:rPr/>
              <a:t>&lt;#&gt;</a:t>
            </a:fld>
            <a:endParaRPr/>
          </a:p>
        </p:txBody>
      </p:sp>
      <p:sp>
        <p:nvSpPr>
          <p:cNvPr id="269218543" name="PlaceHolder 6"/>
          <p:cNvSpPr>
            <a:spLocks noGrp="1"/>
          </p:cNvSpPr>
          <p:nvPr>
            <p:ph type="dt" idx="36"/>
          </p:nvPr>
        </p:nvSpPr>
        <p:spPr bwMode="auto"/>
        <p:txBody>
          <a:bodyPr/>
          <a:p>
            <a:pPr>
              <a:defRPr/>
            </a:pPr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tx" userDrawn="1">
  <p:cSld name="Default 1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58328588" name="PlaceHolder 1"/>
          <p:cNvSpPr>
            <a:spLocks noGrp="1"/>
          </p:cNvSpPr>
          <p:nvPr>
            <p:ph type="title"/>
          </p:nvPr>
        </p:nvSpPr>
        <p:spPr bwMode="auto">
          <a:xfrm>
            <a:off x="609120" y="273600"/>
            <a:ext cx="1096956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p>
            <a:pPr indent="0" algn="ctr">
              <a:buNone/>
              <a:defRPr/>
            </a:pPr>
            <a:endParaRPr lang="en-US" sz="4400" b="0" u="none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58909153" name="PlaceHolder 2"/>
          <p:cNvSpPr>
            <a:spLocks noGrp="1"/>
          </p:cNvSpPr>
          <p:nvPr>
            <p:ph/>
          </p:nvPr>
        </p:nvSpPr>
        <p:spPr bwMode="auto">
          <a:xfrm>
            <a:off x="609120" y="1604520"/>
            <a:ext cx="1096956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p>
            <a:pPr indent="0">
              <a:spcBef>
                <a:spcPts val="1417"/>
              </a:spcBef>
              <a:buNone/>
              <a:defRPr/>
            </a:pPr>
            <a:endParaRPr lang="en-US" sz="3200" b="0" u="none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583088032" name="PlaceHolder 3"/>
          <p:cNvSpPr>
            <a:spLocks noGrp="1"/>
          </p:cNvSpPr>
          <p:nvPr>
            <p:ph type="ftr" idx="37"/>
          </p:nvPr>
        </p:nvSpPr>
        <p:spPr bwMode="auto"/>
        <p:txBody>
          <a:bodyPr/>
          <a:p>
            <a:pPr>
              <a:defRPr/>
            </a:pPr>
            <a:r>
              <a:rPr/>
              <a:t>Footer</a:t>
            </a:r>
            <a:endParaRPr/>
          </a:p>
        </p:txBody>
      </p:sp>
      <p:sp>
        <p:nvSpPr>
          <p:cNvPr id="1890190369" name="PlaceHolder 4"/>
          <p:cNvSpPr>
            <a:spLocks noGrp="1"/>
          </p:cNvSpPr>
          <p:nvPr>
            <p:ph type="sldNum" idx="38"/>
          </p:nvPr>
        </p:nvSpPr>
        <p:spPr bwMode="auto"/>
        <p:txBody>
          <a:bodyPr/>
          <a:p>
            <a:pPr>
              <a:defRPr/>
            </a:pPr>
            <a:fld id="{F8D44690-7F2C-4F19-A620-0A3ABC17AF07}" type="slidenum">
              <a:rPr/>
              <a:t>&lt;#&gt;</a:t>
            </a:fld>
            <a:endParaRPr/>
          </a:p>
        </p:txBody>
      </p:sp>
      <p:sp>
        <p:nvSpPr>
          <p:cNvPr id="917818295" name="PlaceHolder 5"/>
          <p:cNvSpPr>
            <a:spLocks noGrp="1"/>
          </p:cNvSpPr>
          <p:nvPr>
            <p:ph type="dt" idx="39"/>
          </p:nvPr>
        </p:nvSpPr>
        <p:spPr bwMode="auto"/>
        <p:txBody>
          <a:bodyPr/>
          <a:p>
            <a:pPr>
              <a:defRPr/>
            </a:pPr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vertTitleAndTx" userDrawn="1">
  <p:cSld name="Default 2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204213" name="PlaceHolder 1"/>
          <p:cNvSpPr>
            <a:spLocks noGrp="1"/>
          </p:cNvSpPr>
          <p:nvPr>
            <p:ph type="ftr" idx="40"/>
          </p:nvPr>
        </p:nvSpPr>
        <p:spPr bwMode="auto"/>
        <p:txBody>
          <a:bodyPr/>
          <a:p>
            <a:pPr>
              <a:defRPr/>
            </a:pPr>
            <a:r>
              <a:rPr/>
              <a:t>Footer</a:t>
            </a:r>
            <a:endParaRPr/>
          </a:p>
        </p:txBody>
      </p:sp>
      <p:sp>
        <p:nvSpPr>
          <p:cNvPr id="642417344" name="PlaceHolder 2"/>
          <p:cNvSpPr>
            <a:spLocks noGrp="1"/>
          </p:cNvSpPr>
          <p:nvPr>
            <p:ph type="sldNum" idx="41"/>
          </p:nvPr>
        </p:nvSpPr>
        <p:spPr bwMode="auto"/>
        <p:txBody>
          <a:bodyPr/>
          <a:p>
            <a:pPr>
              <a:defRPr/>
            </a:pPr>
            <a:fld id="{46261BC2-8C4D-4422-9072-1F3CD94E9349}" type="slidenum">
              <a:rPr/>
              <a:t>&lt;#&gt;</a:t>
            </a:fld>
            <a:endParaRPr/>
          </a:p>
        </p:txBody>
      </p:sp>
      <p:sp>
        <p:nvSpPr>
          <p:cNvPr id="863900463" name="PlaceHolder 3"/>
          <p:cNvSpPr>
            <a:spLocks noGrp="1"/>
          </p:cNvSpPr>
          <p:nvPr>
            <p:ph type="dt" idx="42"/>
          </p:nvPr>
        </p:nvSpPr>
        <p:spPr bwMode="auto"/>
        <p:txBody>
          <a:bodyPr/>
          <a:p>
            <a:pPr>
              <a:defRPr/>
            </a:pPr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vertTx" userDrawn="1">
  <p:cSld name="Default 3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111484788" name="PlaceHolder 1"/>
          <p:cNvSpPr>
            <a:spLocks noGrp="1"/>
          </p:cNvSpPr>
          <p:nvPr>
            <p:ph type="ftr" idx="43"/>
          </p:nvPr>
        </p:nvSpPr>
        <p:spPr bwMode="auto"/>
        <p:txBody>
          <a:bodyPr/>
          <a:p>
            <a:pPr>
              <a:defRPr/>
            </a:pPr>
            <a:r>
              <a:rPr/>
              <a:t>Footer</a:t>
            </a:r>
            <a:endParaRPr/>
          </a:p>
        </p:txBody>
      </p:sp>
      <p:sp>
        <p:nvSpPr>
          <p:cNvPr id="2039940681" name="PlaceHolder 2"/>
          <p:cNvSpPr>
            <a:spLocks noGrp="1"/>
          </p:cNvSpPr>
          <p:nvPr>
            <p:ph type="sldNum" idx="44"/>
          </p:nvPr>
        </p:nvSpPr>
        <p:spPr bwMode="auto"/>
        <p:txBody>
          <a:bodyPr/>
          <a:p>
            <a:pPr>
              <a:defRPr/>
            </a:pPr>
            <a:fld id="{464B324F-CC51-4423-B50E-8CCEB91B64CB}" type="slidenum">
              <a:rPr/>
              <a:t>&lt;#&gt;</a:t>
            </a:fld>
            <a:endParaRPr/>
          </a:p>
        </p:txBody>
      </p:sp>
      <p:sp>
        <p:nvSpPr>
          <p:cNvPr id="323499535" name="PlaceHolder 3"/>
          <p:cNvSpPr>
            <a:spLocks noGrp="1"/>
          </p:cNvSpPr>
          <p:nvPr>
            <p:ph type="dt" idx="45"/>
          </p:nvPr>
        </p:nvSpPr>
        <p:spPr bwMode="auto"/>
        <p:txBody>
          <a:bodyPr/>
          <a:p>
            <a:pPr>
              <a:defRPr/>
            </a:pPr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title" userDrawn="1">
  <p:cSld name="Default 4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58250855" name="PlaceHolder 1"/>
          <p:cNvSpPr>
            <a:spLocks noGrp="1"/>
          </p:cNvSpPr>
          <p:nvPr>
            <p:ph type="title"/>
          </p:nvPr>
        </p:nvSpPr>
        <p:spPr bwMode="auto">
          <a:xfrm>
            <a:off x="609120" y="273600"/>
            <a:ext cx="1096956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p>
            <a:pPr indent="0" algn="ctr">
              <a:buNone/>
              <a:defRPr/>
            </a:pPr>
            <a:endParaRPr lang="en-US" sz="4400" b="0" u="none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655505950" name="PlaceHolder 2"/>
          <p:cNvSpPr>
            <a:spLocks noGrp="1"/>
          </p:cNvSpPr>
          <p:nvPr>
            <p:ph type="subTitle"/>
          </p:nvPr>
        </p:nvSpPr>
        <p:spPr bwMode="auto">
          <a:xfrm>
            <a:off x="609120" y="1604520"/>
            <a:ext cx="1096956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p>
            <a:pPr indent="0" algn="ctr">
              <a:buNone/>
              <a:defRPr/>
            </a:pPr>
            <a:endParaRPr lang="en-US" sz="3200" b="0" u="none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101997659" name="PlaceHolder 3"/>
          <p:cNvSpPr>
            <a:spLocks noGrp="1"/>
          </p:cNvSpPr>
          <p:nvPr>
            <p:ph type="ftr" idx="46"/>
          </p:nvPr>
        </p:nvSpPr>
        <p:spPr bwMode="auto"/>
        <p:txBody>
          <a:bodyPr/>
          <a:p>
            <a:pPr>
              <a:defRPr/>
            </a:pPr>
            <a:r>
              <a:rPr/>
              <a:t>Footer</a:t>
            </a:r>
            <a:endParaRPr/>
          </a:p>
        </p:txBody>
      </p:sp>
      <p:sp>
        <p:nvSpPr>
          <p:cNvPr id="2000831610" name="PlaceHolder 4"/>
          <p:cNvSpPr>
            <a:spLocks noGrp="1"/>
          </p:cNvSpPr>
          <p:nvPr>
            <p:ph type="sldNum" idx="47"/>
          </p:nvPr>
        </p:nvSpPr>
        <p:spPr bwMode="auto"/>
        <p:txBody>
          <a:bodyPr/>
          <a:p>
            <a:pPr>
              <a:defRPr/>
            </a:pPr>
            <a:fld id="{931967CF-F607-44E4-9988-FCA2C3481823}" type="slidenum">
              <a:rPr/>
              <a:t>&lt;#&gt;</a:t>
            </a:fld>
            <a:endParaRPr/>
          </a:p>
        </p:txBody>
      </p:sp>
      <p:sp>
        <p:nvSpPr>
          <p:cNvPr id="1644051979" name="PlaceHolder 5"/>
          <p:cNvSpPr>
            <a:spLocks noGrp="1"/>
          </p:cNvSpPr>
          <p:nvPr>
            <p:ph type="dt" idx="48"/>
          </p:nvPr>
        </p:nvSpPr>
        <p:spPr bwMode="auto"/>
        <p:txBody>
          <a:bodyPr/>
          <a:p>
            <a:pPr>
              <a:defRPr/>
            </a:pPr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titleOnly" userDrawn="1">
  <p:cSld name="Default 5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41349667" name="PlaceHolder 1"/>
          <p:cNvSpPr>
            <a:spLocks noGrp="1"/>
          </p:cNvSpPr>
          <p:nvPr>
            <p:ph type="title"/>
          </p:nvPr>
        </p:nvSpPr>
        <p:spPr bwMode="auto">
          <a:xfrm>
            <a:off x="609120" y="273600"/>
            <a:ext cx="1096956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p>
            <a:pPr indent="0" algn="ctr">
              <a:buNone/>
              <a:defRPr/>
            </a:pPr>
            <a:endParaRPr lang="en-US" sz="4400" b="0" u="none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638431586" name="PlaceHolder 2"/>
          <p:cNvSpPr>
            <a:spLocks noGrp="1"/>
          </p:cNvSpPr>
          <p:nvPr>
            <p:ph type="ftr" idx="49"/>
          </p:nvPr>
        </p:nvSpPr>
        <p:spPr bwMode="auto"/>
        <p:txBody>
          <a:bodyPr/>
          <a:p>
            <a:pPr>
              <a:defRPr/>
            </a:pPr>
            <a:r>
              <a:rPr/>
              <a:t>Footer</a:t>
            </a:r>
            <a:endParaRPr/>
          </a:p>
        </p:txBody>
      </p:sp>
      <p:sp>
        <p:nvSpPr>
          <p:cNvPr id="244850633" name="PlaceHolder 3"/>
          <p:cNvSpPr>
            <a:spLocks noGrp="1"/>
          </p:cNvSpPr>
          <p:nvPr>
            <p:ph type="sldNum" idx="50"/>
          </p:nvPr>
        </p:nvSpPr>
        <p:spPr bwMode="auto"/>
        <p:txBody>
          <a:bodyPr/>
          <a:p>
            <a:pPr>
              <a:defRPr/>
            </a:pPr>
            <a:fld id="{8AA46327-8964-495F-894D-AC7FC1295DE5}" type="slidenum">
              <a:rPr/>
              <a:t>&lt;#&gt;</a:t>
            </a:fld>
            <a:endParaRPr/>
          </a:p>
        </p:txBody>
      </p:sp>
      <p:sp>
        <p:nvSpPr>
          <p:cNvPr id="543651316" name="PlaceHolder 4"/>
          <p:cNvSpPr>
            <a:spLocks noGrp="1"/>
          </p:cNvSpPr>
          <p:nvPr>
            <p:ph type="dt" idx="51"/>
          </p:nvPr>
        </p:nvSpPr>
        <p:spPr bwMode="auto"/>
        <p:txBody>
          <a:bodyPr/>
          <a:p>
            <a:pPr>
              <a:defRPr/>
            </a:pPr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title" userDrawn="1">
  <p:cSld name="Default 6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77975935" name="PlaceHolder 1"/>
          <p:cNvSpPr>
            <a:spLocks noGrp="1"/>
          </p:cNvSpPr>
          <p:nvPr>
            <p:ph type="title"/>
          </p:nvPr>
        </p:nvSpPr>
        <p:spPr bwMode="auto">
          <a:xfrm>
            <a:off x="609120" y="273600"/>
            <a:ext cx="1096956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p>
            <a:pPr indent="0" algn="ctr">
              <a:buNone/>
              <a:defRPr/>
            </a:pPr>
            <a:endParaRPr lang="en-US" sz="4400" b="0" u="none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2530929" name="PlaceHolder 2"/>
          <p:cNvSpPr>
            <a:spLocks noGrp="1"/>
          </p:cNvSpPr>
          <p:nvPr>
            <p:ph type="subTitle"/>
          </p:nvPr>
        </p:nvSpPr>
        <p:spPr bwMode="auto">
          <a:xfrm>
            <a:off x="609120" y="1604520"/>
            <a:ext cx="1096956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p>
            <a:pPr indent="0" algn="ctr">
              <a:buNone/>
              <a:defRPr/>
            </a:pPr>
            <a:endParaRPr lang="en-US" sz="3200" b="0" u="none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15385889" name="PlaceHolder 3"/>
          <p:cNvSpPr>
            <a:spLocks noGrp="1"/>
          </p:cNvSpPr>
          <p:nvPr>
            <p:ph type="ftr" idx="52"/>
          </p:nvPr>
        </p:nvSpPr>
        <p:spPr bwMode="auto"/>
        <p:txBody>
          <a:bodyPr/>
          <a:p>
            <a:pPr>
              <a:defRPr/>
            </a:pPr>
            <a:r>
              <a:rPr/>
              <a:t>Footer</a:t>
            </a:r>
            <a:endParaRPr/>
          </a:p>
        </p:txBody>
      </p:sp>
      <p:sp>
        <p:nvSpPr>
          <p:cNvPr id="1714828088" name="PlaceHolder 4"/>
          <p:cNvSpPr>
            <a:spLocks noGrp="1"/>
          </p:cNvSpPr>
          <p:nvPr>
            <p:ph type="sldNum" idx="53"/>
          </p:nvPr>
        </p:nvSpPr>
        <p:spPr bwMode="auto"/>
        <p:txBody>
          <a:bodyPr/>
          <a:p>
            <a:pPr>
              <a:defRPr/>
            </a:pPr>
            <a:fld id="{1A458D69-9F02-439C-9DFB-08DD120BA887}" type="slidenum">
              <a:rPr/>
              <a:t>&lt;#&gt;</a:t>
            </a:fld>
            <a:endParaRPr/>
          </a:p>
        </p:txBody>
      </p:sp>
      <p:sp>
        <p:nvSpPr>
          <p:cNvPr id="1299789433" name="PlaceHolder 5"/>
          <p:cNvSpPr>
            <a:spLocks noGrp="1"/>
          </p:cNvSpPr>
          <p:nvPr>
            <p:ph type="dt" idx="54"/>
          </p:nvPr>
        </p:nvSpPr>
        <p:spPr bwMode="auto"/>
        <p:txBody>
          <a:bodyPr/>
          <a:p>
            <a:pPr>
              <a:defRPr/>
            </a:pPr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vertTx" userDrawn="1">
  <p:cSld name="Default 7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30139355" name="PlaceHolder 1"/>
          <p:cNvSpPr>
            <a:spLocks noGrp="1"/>
          </p:cNvSpPr>
          <p:nvPr>
            <p:ph type="ftr" idx="55"/>
          </p:nvPr>
        </p:nvSpPr>
        <p:spPr bwMode="auto"/>
        <p:txBody>
          <a:bodyPr/>
          <a:p>
            <a:pPr>
              <a:defRPr/>
            </a:pPr>
            <a:r>
              <a:rPr/>
              <a:t>Footer</a:t>
            </a:r>
            <a:endParaRPr/>
          </a:p>
        </p:txBody>
      </p:sp>
      <p:sp>
        <p:nvSpPr>
          <p:cNvPr id="1252435270" name="PlaceHolder 2"/>
          <p:cNvSpPr>
            <a:spLocks noGrp="1"/>
          </p:cNvSpPr>
          <p:nvPr>
            <p:ph type="sldNum" idx="56"/>
          </p:nvPr>
        </p:nvSpPr>
        <p:spPr bwMode="auto"/>
        <p:txBody>
          <a:bodyPr/>
          <a:p>
            <a:pPr>
              <a:defRPr/>
            </a:pPr>
            <a:fld id="{E455429C-A9A5-4E81-906F-BC1A46B047CB}" type="slidenum">
              <a:rPr/>
              <a:t>&lt;#&gt;</a:t>
            </a:fld>
            <a:endParaRPr/>
          </a:p>
        </p:txBody>
      </p:sp>
      <p:sp>
        <p:nvSpPr>
          <p:cNvPr id="466933878" name="PlaceHolder 3"/>
          <p:cNvSpPr>
            <a:spLocks noGrp="1"/>
          </p:cNvSpPr>
          <p:nvPr>
            <p:ph type="dt" idx="57"/>
          </p:nvPr>
        </p:nvSpPr>
        <p:spPr bwMode="auto"/>
        <p:txBody>
          <a:bodyPr/>
          <a:p>
            <a:pPr>
              <a:defRPr/>
            </a:pPr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vertTitleAndTx" userDrawn="1">
  <p:cSld name="Default 8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378817862" name="PlaceHolder 1"/>
          <p:cNvSpPr>
            <a:spLocks noGrp="1"/>
          </p:cNvSpPr>
          <p:nvPr>
            <p:ph type="ftr" idx="58"/>
          </p:nvPr>
        </p:nvSpPr>
        <p:spPr bwMode="auto"/>
        <p:txBody>
          <a:bodyPr/>
          <a:p>
            <a:pPr>
              <a:defRPr/>
            </a:pPr>
            <a:r>
              <a:rPr/>
              <a:t>Footer</a:t>
            </a:r>
            <a:endParaRPr/>
          </a:p>
        </p:txBody>
      </p:sp>
      <p:sp>
        <p:nvSpPr>
          <p:cNvPr id="642043234" name="PlaceHolder 2"/>
          <p:cNvSpPr>
            <a:spLocks noGrp="1"/>
          </p:cNvSpPr>
          <p:nvPr>
            <p:ph type="sldNum" idx="59"/>
          </p:nvPr>
        </p:nvSpPr>
        <p:spPr bwMode="auto"/>
        <p:txBody>
          <a:bodyPr/>
          <a:p>
            <a:pPr>
              <a:defRPr/>
            </a:pPr>
            <a:fld id="{87DBA1D0-4CC2-4480-B645-88E4F7071920}" type="slidenum">
              <a:rPr/>
              <a:t>&lt;#&gt;</a:t>
            </a:fld>
            <a:endParaRPr/>
          </a:p>
        </p:txBody>
      </p:sp>
      <p:sp>
        <p:nvSpPr>
          <p:cNvPr id="284532722" name="PlaceHolder 3"/>
          <p:cNvSpPr>
            <a:spLocks noGrp="1"/>
          </p:cNvSpPr>
          <p:nvPr>
            <p:ph type="dt" idx="60"/>
          </p:nvPr>
        </p:nvSpPr>
        <p:spPr bwMode="auto"/>
        <p:txBody>
          <a:bodyPr/>
          <a:p>
            <a:pPr>
              <a:defRPr/>
            </a:pPr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tx" userDrawn="1">
  <p:cSld name="Default 9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097890560" name="PlaceHolder 1"/>
          <p:cNvSpPr>
            <a:spLocks noGrp="1"/>
          </p:cNvSpPr>
          <p:nvPr>
            <p:ph type="title"/>
          </p:nvPr>
        </p:nvSpPr>
        <p:spPr bwMode="auto">
          <a:xfrm>
            <a:off x="609120" y="273600"/>
            <a:ext cx="1096956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p>
            <a:pPr indent="0" algn="ctr">
              <a:buNone/>
              <a:defRPr/>
            </a:pPr>
            <a:endParaRPr lang="en-US" sz="4400" b="0" u="none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029150621" name="PlaceHolder 2"/>
          <p:cNvSpPr>
            <a:spLocks noGrp="1"/>
          </p:cNvSpPr>
          <p:nvPr>
            <p:ph/>
          </p:nvPr>
        </p:nvSpPr>
        <p:spPr bwMode="auto">
          <a:xfrm>
            <a:off x="609120" y="1604520"/>
            <a:ext cx="1096956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p>
            <a:pPr indent="0">
              <a:spcBef>
                <a:spcPts val="1417"/>
              </a:spcBef>
              <a:buNone/>
              <a:defRPr/>
            </a:pPr>
            <a:endParaRPr lang="en-US" sz="3200" b="0" u="none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937948121" name="PlaceHolder 3"/>
          <p:cNvSpPr>
            <a:spLocks noGrp="1"/>
          </p:cNvSpPr>
          <p:nvPr>
            <p:ph type="ftr" idx="61"/>
          </p:nvPr>
        </p:nvSpPr>
        <p:spPr bwMode="auto"/>
        <p:txBody>
          <a:bodyPr/>
          <a:p>
            <a:pPr>
              <a:defRPr/>
            </a:pPr>
            <a:r>
              <a:rPr/>
              <a:t>Footer</a:t>
            </a:r>
            <a:endParaRPr/>
          </a:p>
        </p:txBody>
      </p:sp>
      <p:sp>
        <p:nvSpPr>
          <p:cNvPr id="273735464" name="PlaceHolder 4"/>
          <p:cNvSpPr>
            <a:spLocks noGrp="1"/>
          </p:cNvSpPr>
          <p:nvPr>
            <p:ph type="sldNum" idx="62"/>
          </p:nvPr>
        </p:nvSpPr>
        <p:spPr bwMode="auto"/>
        <p:txBody>
          <a:bodyPr/>
          <a:p>
            <a:pPr>
              <a:defRPr/>
            </a:pPr>
            <a:fld id="{EAA08F11-196E-49D8-AD60-C0091C172C59}" type="slidenum">
              <a:rPr/>
              <a:t>&lt;#&gt;</a:t>
            </a:fld>
            <a:endParaRPr/>
          </a:p>
        </p:txBody>
      </p:sp>
      <p:sp>
        <p:nvSpPr>
          <p:cNvPr id="1957618295" name="PlaceHolder 5"/>
          <p:cNvSpPr>
            <a:spLocks noGrp="1"/>
          </p:cNvSpPr>
          <p:nvPr>
            <p:ph type="dt" idx="63"/>
          </p:nvPr>
        </p:nvSpPr>
        <p:spPr bwMode="auto"/>
        <p:txBody>
          <a:bodyPr/>
          <a:p>
            <a:pPr>
              <a:defRPr/>
            </a:pPr>
            <a:endParaRPr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twoObj" userDrawn="1">
  <p:cSld name="Default 10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09356712" name="PlaceHolder 1"/>
          <p:cNvSpPr>
            <a:spLocks noGrp="1"/>
          </p:cNvSpPr>
          <p:nvPr>
            <p:ph type="title"/>
          </p:nvPr>
        </p:nvSpPr>
        <p:spPr bwMode="auto">
          <a:xfrm>
            <a:off x="609120" y="273600"/>
            <a:ext cx="1096956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p>
            <a:pPr indent="0" algn="ctr">
              <a:buNone/>
              <a:defRPr/>
            </a:pPr>
            <a:endParaRPr lang="en-US" sz="4400" b="0" u="none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718956525" name="PlaceHolder 2"/>
          <p:cNvSpPr>
            <a:spLocks noGrp="1"/>
          </p:cNvSpPr>
          <p:nvPr>
            <p:ph/>
          </p:nvPr>
        </p:nvSpPr>
        <p:spPr bwMode="auto">
          <a:xfrm>
            <a:off x="609120" y="1604520"/>
            <a:ext cx="535284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p>
            <a:pPr indent="0">
              <a:spcBef>
                <a:spcPts val="1417"/>
              </a:spcBef>
              <a:buNone/>
              <a:defRPr/>
            </a:pPr>
            <a:endParaRPr lang="en-US" sz="3200" b="0" u="none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695001290" name="PlaceHolder 3"/>
          <p:cNvSpPr>
            <a:spLocks noGrp="1"/>
          </p:cNvSpPr>
          <p:nvPr>
            <p:ph/>
          </p:nvPr>
        </p:nvSpPr>
        <p:spPr bwMode="auto">
          <a:xfrm>
            <a:off x="6230160" y="1604520"/>
            <a:ext cx="535284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p>
            <a:pPr indent="0">
              <a:spcBef>
                <a:spcPts val="1417"/>
              </a:spcBef>
              <a:buNone/>
              <a:defRPr/>
            </a:pPr>
            <a:endParaRPr lang="en-US" sz="3200" b="0" u="none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773217430" name="PlaceHolder 4"/>
          <p:cNvSpPr>
            <a:spLocks noGrp="1"/>
          </p:cNvSpPr>
          <p:nvPr>
            <p:ph type="ftr" idx="64"/>
          </p:nvPr>
        </p:nvSpPr>
        <p:spPr bwMode="auto"/>
        <p:txBody>
          <a:bodyPr/>
          <a:p>
            <a:pPr>
              <a:defRPr/>
            </a:pPr>
            <a:r>
              <a:rPr/>
              <a:t>Footer</a:t>
            </a:r>
            <a:endParaRPr/>
          </a:p>
        </p:txBody>
      </p:sp>
      <p:sp>
        <p:nvSpPr>
          <p:cNvPr id="605459245" name="PlaceHolder 5"/>
          <p:cNvSpPr>
            <a:spLocks noGrp="1"/>
          </p:cNvSpPr>
          <p:nvPr>
            <p:ph type="sldNum" idx="65"/>
          </p:nvPr>
        </p:nvSpPr>
        <p:spPr bwMode="auto"/>
        <p:txBody>
          <a:bodyPr/>
          <a:p>
            <a:pPr>
              <a:defRPr/>
            </a:pPr>
            <a:fld id="{F12A56A9-00CB-4B37-9B89-856D916BC690}" type="slidenum">
              <a:rPr/>
              <a:t>&lt;#&gt;</a:t>
            </a:fld>
            <a:endParaRPr/>
          </a:p>
        </p:txBody>
      </p:sp>
      <p:sp>
        <p:nvSpPr>
          <p:cNvPr id="1014588232" name="PlaceHolder 6"/>
          <p:cNvSpPr>
            <a:spLocks noGrp="1"/>
          </p:cNvSpPr>
          <p:nvPr>
            <p:ph type="dt" idx="66"/>
          </p:nvPr>
        </p:nvSpPr>
        <p:spPr bwMode="auto"/>
        <p:txBody>
          <a:bodyPr/>
          <a:p>
            <a:pPr>
              <a:defRPr/>
            </a:pPr>
            <a:endParaRPr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titleOnly" userDrawn="1">
  <p:cSld name="Default 11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37862088" name="PlaceHolder 1"/>
          <p:cNvSpPr>
            <a:spLocks noGrp="1"/>
          </p:cNvSpPr>
          <p:nvPr>
            <p:ph type="title"/>
          </p:nvPr>
        </p:nvSpPr>
        <p:spPr bwMode="auto">
          <a:xfrm>
            <a:off x="609120" y="273600"/>
            <a:ext cx="1096956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p>
            <a:pPr indent="0" algn="ctr">
              <a:buNone/>
              <a:defRPr/>
            </a:pPr>
            <a:endParaRPr lang="en-US" sz="4400" b="0" u="none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21708335" name="PlaceHolder 2"/>
          <p:cNvSpPr>
            <a:spLocks noGrp="1"/>
          </p:cNvSpPr>
          <p:nvPr>
            <p:ph type="ftr" idx="67"/>
          </p:nvPr>
        </p:nvSpPr>
        <p:spPr bwMode="auto"/>
        <p:txBody>
          <a:bodyPr/>
          <a:p>
            <a:pPr>
              <a:defRPr/>
            </a:pPr>
            <a:r>
              <a:rPr/>
              <a:t>Footer</a:t>
            </a:r>
            <a:endParaRPr/>
          </a:p>
        </p:txBody>
      </p:sp>
      <p:sp>
        <p:nvSpPr>
          <p:cNvPr id="1586618186" name="PlaceHolder 3"/>
          <p:cNvSpPr>
            <a:spLocks noGrp="1"/>
          </p:cNvSpPr>
          <p:nvPr>
            <p:ph type="sldNum" idx="68"/>
          </p:nvPr>
        </p:nvSpPr>
        <p:spPr bwMode="auto"/>
        <p:txBody>
          <a:bodyPr/>
          <a:p>
            <a:pPr>
              <a:defRPr/>
            </a:pPr>
            <a:fld id="{DD818F5D-813E-41D2-8D28-95F62AAC4AF3}" type="slidenum">
              <a:rPr/>
              <a:t>&lt;#&gt;</a:t>
            </a:fld>
            <a:endParaRPr/>
          </a:p>
        </p:txBody>
      </p:sp>
      <p:sp>
        <p:nvSpPr>
          <p:cNvPr id="853774197" name="PlaceHolder 4"/>
          <p:cNvSpPr>
            <a:spLocks noGrp="1"/>
          </p:cNvSpPr>
          <p:nvPr>
            <p:ph type="dt" idx="69"/>
          </p:nvPr>
        </p:nvSpPr>
        <p:spPr bwMode="auto"/>
        <p:txBody>
          <a:bodyPr/>
          <a:p>
            <a:pPr>
              <a:defRPr/>
            </a:pPr>
            <a:endParaRPr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twoObj" userDrawn="1">
  <p:cSld name="Default 12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027710507" name="PlaceHolder 1"/>
          <p:cNvSpPr>
            <a:spLocks noGrp="1"/>
          </p:cNvSpPr>
          <p:nvPr>
            <p:ph type="title"/>
          </p:nvPr>
        </p:nvSpPr>
        <p:spPr bwMode="auto">
          <a:xfrm>
            <a:off x="609120" y="273600"/>
            <a:ext cx="1096956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p>
            <a:pPr indent="0" algn="ctr">
              <a:buNone/>
              <a:defRPr/>
            </a:pPr>
            <a:endParaRPr lang="en-US" sz="4400" b="0" u="none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777893986" name="PlaceHolder 2"/>
          <p:cNvSpPr>
            <a:spLocks noGrp="1"/>
          </p:cNvSpPr>
          <p:nvPr>
            <p:ph/>
          </p:nvPr>
        </p:nvSpPr>
        <p:spPr bwMode="auto">
          <a:xfrm>
            <a:off x="609120" y="1604520"/>
            <a:ext cx="535284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p>
            <a:pPr indent="0">
              <a:spcBef>
                <a:spcPts val="1417"/>
              </a:spcBef>
              <a:buNone/>
              <a:defRPr/>
            </a:pPr>
            <a:endParaRPr lang="en-US" sz="3200" b="0" u="none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395021095" name="PlaceHolder 3"/>
          <p:cNvSpPr>
            <a:spLocks noGrp="1"/>
          </p:cNvSpPr>
          <p:nvPr>
            <p:ph/>
          </p:nvPr>
        </p:nvSpPr>
        <p:spPr bwMode="auto">
          <a:xfrm>
            <a:off x="6230160" y="1604520"/>
            <a:ext cx="535284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p>
            <a:pPr indent="0">
              <a:spcBef>
                <a:spcPts val="1417"/>
              </a:spcBef>
              <a:buNone/>
              <a:defRPr/>
            </a:pPr>
            <a:endParaRPr lang="en-US" sz="3200" b="0" u="none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643654979" name="PlaceHolder 4"/>
          <p:cNvSpPr>
            <a:spLocks noGrp="1"/>
          </p:cNvSpPr>
          <p:nvPr>
            <p:ph type="ftr" idx="70"/>
          </p:nvPr>
        </p:nvSpPr>
        <p:spPr bwMode="auto"/>
        <p:txBody>
          <a:bodyPr/>
          <a:p>
            <a:pPr>
              <a:defRPr/>
            </a:pPr>
            <a:r>
              <a:rPr/>
              <a:t>Footer</a:t>
            </a:r>
            <a:endParaRPr/>
          </a:p>
        </p:txBody>
      </p:sp>
      <p:sp>
        <p:nvSpPr>
          <p:cNvPr id="1703269494" name="PlaceHolder 5"/>
          <p:cNvSpPr>
            <a:spLocks noGrp="1"/>
          </p:cNvSpPr>
          <p:nvPr>
            <p:ph type="sldNum" idx="71"/>
          </p:nvPr>
        </p:nvSpPr>
        <p:spPr bwMode="auto"/>
        <p:txBody>
          <a:bodyPr/>
          <a:p>
            <a:pPr>
              <a:defRPr/>
            </a:pPr>
            <a:fld id="{624503BB-038A-4EFB-9309-D5A969EA438F}" type="slidenum">
              <a:rPr/>
              <a:t>&lt;#&gt;</a:t>
            </a:fld>
            <a:endParaRPr/>
          </a:p>
        </p:txBody>
      </p:sp>
      <p:sp>
        <p:nvSpPr>
          <p:cNvPr id="119707040" name="PlaceHolder 6"/>
          <p:cNvSpPr>
            <a:spLocks noGrp="1"/>
          </p:cNvSpPr>
          <p:nvPr>
            <p:ph type="dt" idx="72"/>
          </p:nvPr>
        </p:nvSpPr>
        <p:spPr bwMode="auto"/>
        <p:txBody>
          <a:bodyPr/>
          <a:p>
            <a:pPr>
              <a:defRPr/>
            </a:pPr>
            <a:endParaRPr/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tx" userDrawn="1">
  <p:cSld name="Default 13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146739323" name="PlaceHolder 1"/>
          <p:cNvSpPr>
            <a:spLocks noGrp="1"/>
          </p:cNvSpPr>
          <p:nvPr>
            <p:ph type="title"/>
          </p:nvPr>
        </p:nvSpPr>
        <p:spPr bwMode="auto">
          <a:xfrm>
            <a:off x="609120" y="273600"/>
            <a:ext cx="1096956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p>
            <a:pPr indent="0" algn="ctr">
              <a:buNone/>
              <a:defRPr/>
            </a:pPr>
            <a:endParaRPr lang="en-US" sz="4400" b="0" u="none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488485764" name="PlaceHolder 2"/>
          <p:cNvSpPr>
            <a:spLocks noGrp="1"/>
          </p:cNvSpPr>
          <p:nvPr>
            <p:ph/>
          </p:nvPr>
        </p:nvSpPr>
        <p:spPr bwMode="auto">
          <a:xfrm>
            <a:off x="609120" y="1604520"/>
            <a:ext cx="1096956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p>
            <a:pPr indent="0">
              <a:spcBef>
                <a:spcPts val="1417"/>
              </a:spcBef>
              <a:buNone/>
              <a:defRPr/>
            </a:pPr>
            <a:endParaRPr lang="en-US" sz="3200" b="0" u="none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400663789" name="PlaceHolder 3"/>
          <p:cNvSpPr>
            <a:spLocks noGrp="1"/>
          </p:cNvSpPr>
          <p:nvPr>
            <p:ph type="ftr" idx="73"/>
          </p:nvPr>
        </p:nvSpPr>
        <p:spPr bwMode="auto"/>
        <p:txBody>
          <a:bodyPr/>
          <a:p>
            <a:pPr>
              <a:defRPr/>
            </a:pPr>
            <a:r>
              <a:rPr/>
              <a:t>Footer</a:t>
            </a:r>
            <a:endParaRPr/>
          </a:p>
        </p:txBody>
      </p:sp>
      <p:sp>
        <p:nvSpPr>
          <p:cNvPr id="787745326" name="PlaceHolder 4"/>
          <p:cNvSpPr>
            <a:spLocks noGrp="1"/>
          </p:cNvSpPr>
          <p:nvPr>
            <p:ph type="sldNum" idx="74"/>
          </p:nvPr>
        </p:nvSpPr>
        <p:spPr bwMode="auto"/>
        <p:txBody>
          <a:bodyPr/>
          <a:p>
            <a:pPr>
              <a:defRPr/>
            </a:pPr>
            <a:fld id="{D77DC6F1-D3DD-4CD0-8C9B-C9427E667666}" type="slidenum">
              <a:rPr/>
              <a:t>&lt;#&gt;</a:t>
            </a:fld>
            <a:endParaRPr/>
          </a:p>
        </p:txBody>
      </p:sp>
      <p:sp>
        <p:nvSpPr>
          <p:cNvPr id="369157693" name="PlaceHolder 5"/>
          <p:cNvSpPr>
            <a:spLocks noGrp="1"/>
          </p:cNvSpPr>
          <p:nvPr>
            <p:ph type="dt" idx="75"/>
          </p:nvPr>
        </p:nvSpPr>
        <p:spPr bwMode="auto"/>
        <p:txBody>
          <a:bodyPr/>
          <a:p>
            <a:pPr>
              <a:defRPr/>
            </a:pPr>
            <a:endParaRPr/>
          </a:p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vertTitleAndTx" userDrawn="1">
  <p:cSld name="Default 14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9921121" name="PlaceHolder 1"/>
          <p:cNvSpPr>
            <a:spLocks noGrp="1"/>
          </p:cNvSpPr>
          <p:nvPr>
            <p:ph type="ftr" idx="76"/>
          </p:nvPr>
        </p:nvSpPr>
        <p:spPr bwMode="auto"/>
        <p:txBody>
          <a:bodyPr/>
          <a:p>
            <a:pPr>
              <a:defRPr/>
            </a:pPr>
            <a:r>
              <a:rPr/>
              <a:t>Footer</a:t>
            </a:r>
            <a:endParaRPr/>
          </a:p>
        </p:txBody>
      </p:sp>
      <p:sp>
        <p:nvSpPr>
          <p:cNvPr id="132750184" name="PlaceHolder 2"/>
          <p:cNvSpPr>
            <a:spLocks noGrp="1"/>
          </p:cNvSpPr>
          <p:nvPr>
            <p:ph type="sldNum" idx="77"/>
          </p:nvPr>
        </p:nvSpPr>
        <p:spPr bwMode="auto"/>
        <p:txBody>
          <a:bodyPr/>
          <a:p>
            <a:pPr>
              <a:defRPr/>
            </a:pPr>
            <a:fld id="{B559A061-26C3-4C35-85C4-155CC730C080}" type="slidenum">
              <a:rPr/>
              <a:t>&lt;#&gt;</a:t>
            </a:fld>
            <a:endParaRPr/>
          </a:p>
        </p:txBody>
      </p:sp>
      <p:sp>
        <p:nvSpPr>
          <p:cNvPr id="586054938" name="PlaceHolder 3"/>
          <p:cNvSpPr>
            <a:spLocks noGrp="1"/>
          </p:cNvSpPr>
          <p:nvPr>
            <p:ph type="dt" idx="78"/>
          </p:nvPr>
        </p:nvSpPr>
        <p:spPr bwMode="auto"/>
        <p:txBody>
          <a:bodyPr/>
          <a:p>
            <a:pPr>
              <a:defRPr/>
            </a:pPr>
            <a:endParaRPr/>
          </a:p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vertTx" userDrawn="1">
  <p:cSld name="Default 15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35651899" name="PlaceHolder 1"/>
          <p:cNvSpPr>
            <a:spLocks noGrp="1"/>
          </p:cNvSpPr>
          <p:nvPr>
            <p:ph type="ftr" idx="79"/>
          </p:nvPr>
        </p:nvSpPr>
        <p:spPr bwMode="auto"/>
        <p:txBody>
          <a:bodyPr/>
          <a:p>
            <a:pPr>
              <a:defRPr/>
            </a:pPr>
            <a:r>
              <a:rPr/>
              <a:t>Footer</a:t>
            </a:r>
            <a:endParaRPr/>
          </a:p>
        </p:txBody>
      </p:sp>
      <p:sp>
        <p:nvSpPr>
          <p:cNvPr id="1136821478" name="PlaceHolder 2"/>
          <p:cNvSpPr>
            <a:spLocks noGrp="1"/>
          </p:cNvSpPr>
          <p:nvPr>
            <p:ph type="sldNum" idx="80"/>
          </p:nvPr>
        </p:nvSpPr>
        <p:spPr bwMode="auto"/>
        <p:txBody>
          <a:bodyPr/>
          <a:p>
            <a:pPr>
              <a:defRPr/>
            </a:pPr>
            <a:fld id="{87B2ADA9-C3B3-42BA-97A0-89D1BE3D3934}" type="slidenum">
              <a:rPr/>
              <a:t>&lt;#&gt;</a:t>
            </a:fld>
            <a:endParaRPr/>
          </a:p>
        </p:txBody>
      </p:sp>
      <p:sp>
        <p:nvSpPr>
          <p:cNvPr id="1354404490" name="PlaceHolder 3"/>
          <p:cNvSpPr>
            <a:spLocks noGrp="1"/>
          </p:cNvSpPr>
          <p:nvPr>
            <p:ph type="dt" idx="81"/>
          </p:nvPr>
        </p:nvSpPr>
        <p:spPr bwMode="auto"/>
        <p:txBody>
          <a:bodyPr/>
          <a:p>
            <a:pPr>
              <a:defRPr/>
            </a:pPr>
            <a:endParaRPr/>
          </a:p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title" userDrawn="1">
  <p:cSld name="Default 16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959581984" name="PlaceHolder 1"/>
          <p:cNvSpPr>
            <a:spLocks noGrp="1"/>
          </p:cNvSpPr>
          <p:nvPr>
            <p:ph type="title"/>
          </p:nvPr>
        </p:nvSpPr>
        <p:spPr bwMode="auto">
          <a:xfrm>
            <a:off x="609120" y="273600"/>
            <a:ext cx="1096956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p>
            <a:pPr indent="0" algn="ctr">
              <a:buNone/>
              <a:defRPr/>
            </a:pPr>
            <a:endParaRPr lang="en-US" sz="4400" b="0" u="none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068718543" name="PlaceHolder 2"/>
          <p:cNvSpPr>
            <a:spLocks noGrp="1"/>
          </p:cNvSpPr>
          <p:nvPr>
            <p:ph type="subTitle"/>
          </p:nvPr>
        </p:nvSpPr>
        <p:spPr bwMode="auto">
          <a:xfrm>
            <a:off x="609120" y="1604520"/>
            <a:ext cx="1096956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p>
            <a:pPr indent="0" algn="ctr">
              <a:buNone/>
              <a:defRPr/>
            </a:pPr>
            <a:endParaRPr lang="en-US" sz="3200" b="0" u="none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354388355" name="PlaceHolder 3"/>
          <p:cNvSpPr>
            <a:spLocks noGrp="1"/>
          </p:cNvSpPr>
          <p:nvPr>
            <p:ph type="ftr" idx="82"/>
          </p:nvPr>
        </p:nvSpPr>
        <p:spPr bwMode="auto"/>
        <p:txBody>
          <a:bodyPr/>
          <a:p>
            <a:pPr>
              <a:defRPr/>
            </a:pPr>
            <a:r>
              <a:rPr/>
              <a:t>Footer</a:t>
            </a:r>
            <a:endParaRPr/>
          </a:p>
        </p:txBody>
      </p:sp>
      <p:sp>
        <p:nvSpPr>
          <p:cNvPr id="836760602" name="PlaceHolder 4"/>
          <p:cNvSpPr>
            <a:spLocks noGrp="1"/>
          </p:cNvSpPr>
          <p:nvPr>
            <p:ph type="sldNum" idx="83"/>
          </p:nvPr>
        </p:nvSpPr>
        <p:spPr bwMode="auto"/>
        <p:txBody>
          <a:bodyPr/>
          <a:p>
            <a:pPr>
              <a:defRPr/>
            </a:pPr>
            <a:fld id="{1CB8FD52-CF7E-420E-BE2E-D903B7BCF3EF}" type="slidenum">
              <a:rPr/>
              <a:t>&lt;#&gt;</a:t>
            </a:fld>
            <a:endParaRPr/>
          </a:p>
        </p:txBody>
      </p:sp>
      <p:sp>
        <p:nvSpPr>
          <p:cNvPr id="40775164" name="PlaceHolder 5"/>
          <p:cNvSpPr>
            <a:spLocks noGrp="1"/>
          </p:cNvSpPr>
          <p:nvPr>
            <p:ph type="dt" idx="84"/>
          </p:nvPr>
        </p:nvSpPr>
        <p:spPr bwMode="auto"/>
        <p:txBody>
          <a:bodyPr/>
          <a:p>
            <a:pPr>
              <a:defRPr/>
            </a:pPr>
            <a:endParaRPr/>
          </a:p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titleOnly" userDrawn="1">
  <p:cSld name="Default 17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16027600" name="PlaceHolder 1"/>
          <p:cNvSpPr>
            <a:spLocks noGrp="1"/>
          </p:cNvSpPr>
          <p:nvPr>
            <p:ph type="title"/>
          </p:nvPr>
        </p:nvSpPr>
        <p:spPr bwMode="auto">
          <a:xfrm>
            <a:off x="609120" y="273600"/>
            <a:ext cx="1096956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p>
            <a:pPr indent="0" algn="ctr">
              <a:buNone/>
              <a:defRPr/>
            </a:pPr>
            <a:endParaRPr lang="en-US" sz="4400" b="0" u="none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400733226" name="PlaceHolder 2"/>
          <p:cNvSpPr>
            <a:spLocks noGrp="1"/>
          </p:cNvSpPr>
          <p:nvPr>
            <p:ph type="ftr" idx="85"/>
          </p:nvPr>
        </p:nvSpPr>
        <p:spPr bwMode="auto"/>
        <p:txBody>
          <a:bodyPr/>
          <a:p>
            <a:pPr>
              <a:defRPr/>
            </a:pPr>
            <a:r>
              <a:rPr/>
              <a:t>Footer</a:t>
            </a:r>
            <a:endParaRPr/>
          </a:p>
        </p:txBody>
      </p:sp>
      <p:sp>
        <p:nvSpPr>
          <p:cNvPr id="75843010" name="PlaceHolder 3"/>
          <p:cNvSpPr>
            <a:spLocks noGrp="1"/>
          </p:cNvSpPr>
          <p:nvPr>
            <p:ph type="sldNum" idx="86"/>
          </p:nvPr>
        </p:nvSpPr>
        <p:spPr bwMode="auto"/>
        <p:txBody>
          <a:bodyPr/>
          <a:p>
            <a:pPr>
              <a:defRPr/>
            </a:pPr>
            <a:fld id="{81D515C6-2859-4308-8601-A9295507F806}" type="slidenum">
              <a:rPr/>
              <a:t>&lt;#&gt;</a:t>
            </a:fld>
            <a:endParaRPr/>
          </a:p>
        </p:txBody>
      </p:sp>
      <p:sp>
        <p:nvSpPr>
          <p:cNvPr id="783595711" name="PlaceHolder 4"/>
          <p:cNvSpPr>
            <a:spLocks noGrp="1"/>
          </p:cNvSpPr>
          <p:nvPr>
            <p:ph type="dt" idx="87"/>
          </p:nvPr>
        </p:nvSpPr>
        <p:spPr bwMode="auto"/>
        <p:txBody>
          <a:bodyPr/>
          <a:p>
            <a:pPr>
              <a:defRPr/>
            </a:pPr>
            <a:endParaRPr/>
          </a:p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twoObj" userDrawn="1">
  <p:cSld name="Default 18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51397242" name="PlaceHolder 1"/>
          <p:cNvSpPr>
            <a:spLocks noGrp="1"/>
          </p:cNvSpPr>
          <p:nvPr>
            <p:ph type="title"/>
          </p:nvPr>
        </p:nvSpPr>
        <p:spPr bwMode="auto">
          <a:xfrm>
            <a:off x="609120" y="273600"/>
            <a:ext cx="1096956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p>
            <a:pPr indent="0" algn="ctr">
              <a:buNone/>
              <a:defRPr/>
            </a:pPr>
            <a:endParaRPr lang="en-US" sz="4400" b="0" u="none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850631798" name="PlaceHolder 2"/>
          <p:cNvSpPr>
            <a:spLocks noGrp="1"/>
          </p:cNvSpPr>
          <p:nvPr>
            <p:ph/>
          </p:nvPr>
        </p:nvSpPr>
        <p:spPr bwMode="auto">
          <a:xfrm>
            <a:off x="609120" y="1604520"/>
            <a:ext cx="535284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p>
            <a:pPr indent="0">
              <a:spcBef>
                <a:spcPts val="1417"/>
              </a:spcBef>
              <a:buNone/>
              <a:defRPr/>
            </a:pPr>
            <a:endParaRPr lang="en-US" sz="3200" b="0" u="none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857996358" name="PlaceHolder 3"/>
          <p:cNvSpPr>
            <a:spLocks noGrp="1"/>
          </p:cNvSpPr>
          <p:nvPr>
            <p:ph/>
          </p:nvPr>
        </p:nvSpPr>
        <p:spPr bwMode="auto">
          <a:xfrm>
            <a:off x="6230160" y="1604520"/>
            <a:ext cx="535284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p>
            <a:pPr indent="0">
              <a:spcBef>
                <a:spcPts val="1417"/>
              </a:spcBef>
              <a:buNone/>
              <a:defRPr/>
            </a:pPr>
            <a:endParaRPr lang="en-US" sz="3200" b="0" u="none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958402662" name="PlaceHolder 4"/>
          <p:cNvSpPr>
            <a:spLocks noGrp="1"/>
          </p:cNvSpPr>
          <p:nvPr>
            <p:ph type="ftr" idx="88"/>
          </p:nvPr>
        </p:nvSpPr>
        <p:spPr bwMode="auto"/>
        <p:txBody>
          <a:bodyPr/>
          <a:p>
            <a:pPr>
              <a:defRPr/>
            </a:pPr>
            <a:r>
              <a:rPr/>
              <a:t>Footer</a:t>
            </a:r>
            <a:endParaRPr/>
          </a:p>
        </p:txBody>
      </p:sp>
      <p:sp>
        <p:nvSpPr>
          <p:cNvPr id="1607056600" name="PlaceHolder 5"/>
          <p:cNvSpPr>
            <a:spLocks noGrp="1"/>
          </p:cNvSpPr>
          <p:nvPr>
            <p:ph type="sldNum" idx="89"/>
          </p:nvPr>
        </p:nvSpPr>
        <p:spPr bwMode="auto"/>
        <p:txBody>
          <a:bodyPr/>
          <a:p>
            <a:pPr>
              <a:defRPr/>
            </a:pPr>
            <a:fld id="{28BE230C-D53E-4269-BC9C-3B5FDF9C03CE}" type="slidenum">
              <a:rPr/>
              <a:t>&lt;#&gt;</a:t>
            </a:fld>
            <a:endParaRPr/>
          </a:p>
        </p:txBody>
      </p:sp>
      <p:sp>
        <p:nvSpPr>
          <p:cNvPr id="898858340" name="PlaceHolder 6"/>
          <p:cNvSpPr>
            <a:spLocks noGrp="1"/>
          </p:cNvSpPr>
          <p:nvPr>
            <p:ph type="dt" idx="90"/>
          </p:nvPr>
        </p:nvSpPr>
        <p:spPr bwMode="auto"/>
        <p:txBody>
          <a:bodyPr/>
          <a:p>
            <a:pPr>
              <a:defRPr/>
            </a:pPr>
            <a:endParaRPr/>
          </a:p>
        </p:txBody>
      </p: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tx" userDrawn="1">
  <p:cSld name="Default 19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546021551" name="PlaceHolder 1"/>
          <p:cNvSpPr>
            <a:spLocks noGrp="1"/>
          </p:cNvSpPr>
          <p:nvPr>
            <p:ph type="title"/>
          </p:nvPr>
        </p:nvSpPr>
        <p:spPr bwMode="auto">
          <a:xfrm>
            <a:off x="609120" y="273600"/>
            <a:ext cx="1096956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p>
            <a:pPr indent="0" algn="ctr">
              <a:buNone/>
              <a:defRPr/>
            </a:pPr>
            <a:endParaRPr lang="en-US" sz="4400" b="0" u="none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057229495" name="PlaceHolder 2"/>
          <p:cNvSpPr>
            <a:spLocks noGrp="1"/>
          </p:cNvSpPr>
          <p:nvPr>
            <p:ph/>
          </p:nvPr>
        </p:nvSpPr>
        <p:spPr bwMode="auto">
          <a:xfrm>
            <a:off x="609120" y="1604520"/>
            <a:ext cx="1096956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p>
            <a:pPr indent="0">
              <a:spcBef>
                <a:spcPts val="1417"/>
              </a:spcBef>
              <a:buNone/>
              <a:defRPr/>
            </a:pPr>
            <a:endParaRPr lang="en-US" sz="3200" b="0" u="none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118183630" name="PlaceHolder 3"/>
          <p:cNvSpPr>
            <a:spLocks noGrp="1"/>
          </p:cNvSpPr>
          <p:nvPr>
            <p:ph type="ftr" idx="91"/>
          </p:nvPr>
        </p:nvSpPr>
        <p:spPr bwMode="auto"/>
        <p:txBody>
          <a:bodyPr/>
          <a:p>
            <a:pPr>
              <a:defRPr/>
            </a:pPr>
            <a:r>
              <a:rPr/>
              <a:t>Footer</a:t>
            </a:r>
            <a:endParaRPr/>
          </a:p>
        </p:txBody>
      </p:sp>
      <p:sp>
        <p:nvSpPr>
          <p:cNvPr id="1080690359" name="PlaceHolder 4"/>
          <p:cNvSpPr>
            <a:spLocks noGrp="1"/>
          </p:cNvSpPr>
          <p:nvPr>
            <p:ph type="sldNum" idx="92"/>
          </p:nvPr>
        </p:nvSpPr>
        <p:spPr bwMode="auto"/>
        <p:txBody>
          <a:bodyPr/>
          <a:p>
            <a:pPr>
              <a:defRPr/>
            </a:pPr>
            <a:fld id="{8AE82162-B400-4FC1-BA2F-9E07E29FB811}" type="slidenum">
              <a:rPr/>
              <a:t>&lt;#&gt;</a:t>
            </a:fld>
            <a:endParaRPr/>
          </a:p>
        </p:txBody>
      </p:sp>
      <p:sp>
        <p:nvSpPr>
          <p:cNvPr id="2044348357" name="PlaceHolder 5"/>
          <p:cNvSpPr>
            <a:spLocks noGrp="1"/>
          </p:cNvSpPr>
          <p:nvPr>
            <p:ph type="dt" idx="93"/>
          </p:nvPr>
        </p:nvSpPr>
        <p:spPr bwMode="auto"/>
        <p:txBody>
          <a:bodyPr/>
          <a:p>
            <a:pPr>
              <a:defRPr/>
            </a:pPr>
            <a:endParaRPr/>
          </a:p>
        </p:txBody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vertTitleAndTx" userDrawn="1">
  <p:cSld name="Default 20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658120609" name="PlaceHolder 1"/>
          <p:cNvSpPr>
            <a:spLocks noGrp="1"/>
          </p:cNvSpPr>
          <p:nvPr>
            <p:ph type="ftr" idx="94"/>
          </p:nvPr>
        </p:nvSpPr>
        <p:spPr bwMode="auto"/>
        <p:txBody>
          <a:bodyPr/>
          <a:p>
            <a:pPr>
              <a:defRPr/>
            </a:pPr>
            <a:r>
              <a:rPr/>
              <a:t>Footer</a:t>
            </a:r>
            <a:endParaRPr/>
          </a:p>
        </p:txBody>
      </p:sp>
      <p:sp>
        <p:nvSpPr>
          <p:cNvPr id="1132795183" name="PlaceHolder 2"/>
          <p:cNvSpPr>
            <a:spLocks noGrp="1"/>
          </p:cNvSpPr>
          <p:nvPr>
            <p:ph type="sldNum" idx="95"/>
          </p:nvPr>
        </p:nvSpPr>
        <p:spPr bwMode="auto"/>
        <p:txBody>
          <a:bodyPr/>
          <a:p>
            <a:pPr>
              <a:defRPr/>
            </a:pPr>
            <a:fld id="{40103D9F-1A25-40B9-B987-A617587F6BD1}" type="slidenum">
              <a:rPr/>
              <a:t>&lt;#&gt;</a:t>
            </a:fld>
            <a:endParaRPr/>
          </a:p>
        </p:txBody>
      </p:sp>
      <p:sp>
        <p:nvSpPr>
          <p:cNvPr id="1566433563" name="PlaceHolder 3"/>
          <p:cNvSpPr>
            <a:spLocks noGrp="1"/>
          </p:cNvSpPr>
          <p:nvPr>
            <p:ph type="dt" idx="96"/>
          </p:nvPr>
        </p:nvSpPr>
        <p:spPr bwMode="auto"/>
        <p:txBody>
          <a:bodyPr/>
          <a:p>
            <a:pPr>
              <a:defRPr/>
            </a:pPr>
            <a:endParaRPr/>
          </a:p>
        </p:txBody>
      </p:sp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vertTx" userDrawn="1">
  <p:cSld name="Default 21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923429466" name="PlaceHolder 1"/>
          <p:cNvSpPr>
            <a:spLocks noGrp="1"/>
          </p:cNvSpPr>
          <p:nvPr>
            <p:ph type="ftr" idx="97"/>
          </p:nvPr>
        </p:nvSpPr>
        <p:spPr bwMode="auto"/>
        <p:txBody>
          <a:bodyPr/>
          <a:p>
            <a:pPr>
              <a:defRPr/>
            </a:pPr>
            <a:r>
              <a:rPr/>
              <a:t>Footer</a:t>
            </a:r>
            <a:endParaRPr/>
          </a:p>
        </p:txBody>
      </p:sp>
      <p:sp>
        <p:nvSpPr>
          <p:cNvPr id="1658681058" name="PlaceHolder 2"/>
          <p:cNvSpPr>
            <a:spLocks noGrp="1"/>
          </p:cNvSpPr>
          <p:nvPr>
            <p:ph type="sldNum" idx="98"/>
          </p:nvPr>
        </p:nvSpPr>
        <p:spPr bwMode="auto"/>
        <p:txBody>
          <a:bodyPr/>
          <a:p>
            <a:pPr>
              <a:defRPr/>
            </a:pPr>
            <a:fld id="{9FE11AA5-423C-4C71-877F-DB16E565E8BC}" type="slidenum">
              <a:rPr/>
              <a:t>&lt;#&gt;</a:t>
            </a:fld>
            <a:endParaRPr/>
          </a:p>
        </p:txBody>
      </p:sp>
      <p:sp>
        <p:nvSpPr>
          <p:cNvPr id="1928593920" name="PlaceHolder 3"/>
          <p:cNvSpPr>
            <a:spLocks noGrp="1"/>
          </p:cNvSpPr>
          <p:nvPr>
            <p:ph type="dt" idx="99"/>
          </p:nvPr>
        </p:nvSpPr>
        <p:spPr bwMode="auto"/>
        <p:txBody>
          <a:bodyPr/>
          <a:p>
            <a:pPr>
              <a:defRPr/>
            </a:pPr>
            <a:endParaRPr/>
          </a:p>
        </p:txBody>
      </p:sp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title" userDrawn="1">
  <p:cSld name="Default 22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95938890" name="PlaceHolder 1"/>
          <p:cNvSpPr>
            <a:spLocks noGrp="1"/>
          </p:cNvSpPr>
          <p:nvPr>
            <p:ph type="title"/>
          </p:nvPr>
        </p:nvSpPr>
        <p:spPr bwMode="auto">
          <a:xfrm>
            <a:off x="609120" y="273600"/>
            <a:ext cx="1096956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p>
            <a:pPr indent="0" algn="ctr">
              <a:buNone/>
              <a:defRPr/>
            </a:pPr>
            <a:endParaRPr lang="en-US" sz="4400" b="0" u="none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941832870" name="PlaceHolder 2"/>
          <p:cNvSpPr>
            <a:spLocks noGrp="1"/>
          </p:cNvSpPr>
          <p:nvPr>
            <p:ph type="subTitle"/>
          </p:nvPr>
        </p:nvSpPr>
        <p:spPr bwMode="auto">
          <a:xfrm>
            <a:off x="609120" y="1604520"/>
            <a:ext cx="1096956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p>
            <a:pPr indent="0" algn="ctr">
              <a:buNone/>
              <a:defRPr/>
            </a:pPr>
            <a:endParaRPr lang="en-US" sz="3200" b="0" u="none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612163511" name="PlaceHolder 3"/>
          <p:cNvSpPr>
            <a:spLocks noGrp="1"/>
          </p:cNvSpPr>
          <p:nvPr>
            <p:ph type="ftr" idx="100"/>
          </p:nvPr>
        </p:nvSpPr>
        <p:spPr bwMode="auto"/>
        <p:txBody>
          <a:bodyPr/>
          <a:p>
            <a:pPr>
              <a:defRPr/>
            </a:pPr>
            <a:r>
              <a:rPr/>
              <a:t>Footer</a:t>
            </a:r>
            <a:endParaRPr/>
          </a:p>
        </p:txBody>
      </p:sp>
      <p:sp>
        <p:nvSpPr>
          <p:cNvPr id="1128874125" name="PlaceHolder 4"/>
          <p:cNvSpPr>
            <a:spLocks noGrp="1"/>
          </p:cNvSpPr>
          <p:nvPr>
            <p:ph type="sldNum" idx="101"/>
          </p:nvPr>
        </p:nvSpPr>
        <p:spPr bwMode="auto"/>
        <p:txBody>
          <a:bodyPr/>
          <a:p>
            <a:pPr>
              <a:defRPr/>
            </a:pPr>
            <a:fld id="{94809B1D-7630-4330-B999-C5C174760D87}" type="slidenum">
              <a:rPr/>
              <a:t>&lt;#&gt;</a:t>
            </a:fld>
            <a:endParaRPr/>
          </a:p>
        </p:txBody>
      </p:sp>
      <p:sp>
        <p:nvSpPr>
          <p:cNvPr id="1407625296" name="PlaceHolder 5"/>
          <p:cNvSpPr>
            <a:spLocks noGrp="1"/>
          </p:cNvSpPr>
          <p:nvPr>
            <p:ph type="dt" idx="102"/>
          </p:nvPr>
        </p:nvSpPr>
        <p:spPr bwMode="auto"/>
        <p:txBody>
          <a:bodyPr/>
          <a:p>
            <a:pPr>
              <a:defRPr/>
            </a:pPr>
            <a:endParaRPr/>
          </a:p>
        </p:txBody>
      </p:sp>
    </p:spTree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titleOnly" userDrawn="1">
  <p:cSld name="Default 23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507449618" name="PlaceHolder 1"/>
          <p:cNvSpPr>
            <a:spLocks noGrp="1"/>
          </p:cNvSpPr>
          <p:nvPr>
            <p:ph type="title"/>
          </p:nvPr>
        </p:nvSpPr>
        <p:spPr bwMode="auto">
          <a:xfrm>
            <a:off x="609120" y="273600"/>
            <a:ext cx="1096956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p>
            <a:pPr indent="0" algn="ctr">
              <a:buNone/>
              <a:defRPr/>
            </a:pPr>
            <a:endParaRPr lang="en-US" sz="4400" b="0" u="none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63185037" name="PlaceHolder 2"/>
          <p:cNvSpPr>
            <a:spLocks noGrp="1"/>
          </p:cNvSpPr>
          <p:nvPr>
            <p:ph type="ftr" idx="103"/>
          </p:nvPr>
        </p:nvSpPr>
        <p:spPr bwMode="auto"/>
        <p:txBody>
          <a:bodyPr/>
          <a:p>
            <a:pPr>
              <a:defRPr/>
            </a:pPr>
            <a:r>
              <a:rPr/>
              <a:t>Footer</a:t>
            </a:r>
            <a:endParaRPr/>
          </a:p>
        </p:txBody>
      </p:sp>
      <p:sp>
        <p:nvSpPr>
          <p:cNvPr id="1332312143" name="PlaceHolder 3"/>
          <p:cNvSpPr>
            <a:spLocks noGrp="1"/>
          </p:cNvSpPr>
          <p:nvPr>
            <p:ph type="sldNum" idx="104"/>
          </p:nvPr>
        </p:nvSpPr>
        <p:spPr bwMode="auto"/>
        <p:txBody>
          <a:bodyPr/>
          <a:p>
            <a:pPr>
              <a:defRPr/>
            </a:pPr>
            <a:fld id="{C3E65A05-C3CE-42CF-BCFF-1B4FC15D3895}" type="slidenum">
              <a:rPr/>
              <a:t>&lt;#&gt;</a:t>
            </a:fld>
            <a:endParaRPr/>
          </a:p>
        </p:txBody>
      </p:sp>
      <p:sp>
        <p:nvSpPr>
          <p:cNvPr id="1544483590" name="PlaceHolder 4"/>
          <p:cNvSpPr>
            <a:spLocks noGrp="1"/>
          </p:cNvSpPr>
          <p:nvPr>
            <p:ph type="dt" idx="105"/>
          </p:nvPr>
        </p:nvSpPr>
        <p:spPr bwMode="auto"/>
        <p:txBody>
          <a:bodyPr/>
          <a:p>
            <a:pPr>
              <a:defRPr/>
            </a:pPr>
            <a:endParaRPr/>
          </a:p>
        </p:txBody>
      </p:sp>
    </p:spTree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twoObj" userDrawn="1">
  <p:cSld name="Default 23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4081751" name="PlaceHolder 1"/>
          <p:cNvSpPr>
            <a:spLocks noGrp="1"/>
          </p:cNvSpPr>
          <p:nvPr>
            <p:ph type="title"/>
          </p:nvPr>
        </p:nvSpPr>
        <p:spPr bwMode="auto">
          <a:xfrm>
            <a:off x="609120" y="273600"/>
            <a:ext cx="1096956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p>
            <a:pPr indent="0" algn="ctr">
              <a:buNone/>
              <a:defRPr/>
            </a:pPr>
            <a:endParaRPr lang="en-US" sz="4400" b="0" u="none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462815579" name="PlaceHolder 2"/>
          <p:cNvSpPr>
            <a:spLocks noGrp="1"/>
          </p:cNvSpPr>
          <p:nvPr>
            <p:ph/>
          </p:nvPr>
        </p:nvSpPr>
        <p:spPr bwMode="auto">
          <a:xfrm>
            <a:off x="609120" y="1604520"/>
            <a:ext cx="535284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p>
            <a:pPr indent="0">
              <a:spcBef>
                <a:spcPts val="1417"/>
              </a:spcBef>
              <a:buNone/>
              <a:defRPr/>
            </a:pPr>
            <a:endParaRPr lang="en-US" sz="3200" b="0" u="none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572445786" name="PlaceHolder 3"/>
          <p:cNvSpPr>
            <a:spLocks noGrp="1"/>
          </p:cNvSpPr>
          <p:nvPr>
            <p:ph/>
          </p:nvPr>
        </p:nvSpPr>
        <p:spPr bwMode="auto">
          <a:xfrm>
            <a:off x="6230160" y="1604520"/>
            <a:ext cx="535284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p>
            <a:pPr indent="0">
              <a:spcBef>
                <a:spcPts val="1417"/>
              </a:spcBef>
              <a:buNone/>
              <a:defRPr/>
            </a:pPr>
            <a:endParaRPr lang="en-US" sz="3200" b="0" u="none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939734828" name="PlaceHolder 4"/>
          <p:cNvSpPr>
            <a:spLocks noGrp="1"/>
          </p:cNvSpPr>
          <p:nvPr>
            <p:ph type="ftr" idx="103"/>
          </p:nvPr>
        </p:nvSpPr>
        <p:spPr bwMode="auto"/>
        <p:txBody>
          <a:bodyPr/>
          <a:p>
            <a:pPr>
              <a:defRPr/>
            </a:pPr>
            <a:r>
              <a:rPr/>
              <a:t>Footer</a:t>
            </a:r>
            <a:endParaRPr/>
          </a:p>
        </p:txBody>
      </p:sp>
      <p:sp>
        <p:nvSpPr>
          <p:cNvPr id="517668819" name="PlaceHolder 5"/>
          <p:cNvSpPr>
            <a:spLocks noGrp="1"/>
          </p:cNvSpPr>
          <p:nvPr>
            <p:ph type="sldNum" idx="104"/>
          </p:nvPr>
        </p:nvSpPr>
        <p:spPr bwMode="auto"/>
        <p:txBody>
          <a:bodyPr/>
          <a:p>
            <a:pPr>
              <a:defRPr/>
            </a:pPr>
            <a:fld id="{6BB7A71B-5265-4BD6-B9B0-3955A1F25746}" type="slidenum">
              <a:rPr/>
              <a:t>&lt;#&gt;</a:t>
            </a:fld>
            <a:endParaRPr/>
          </a:p>
        </p:txBody>
      </p:sp>
      <p:sp>
        <p:nvSpPr>
          <p:cNvPr id="396860965" name="PlaceHolder 6"/>
          <p:cNvSpPr>
            <a:spLocks noGrp="1"/>
          </p:cNvSpPr>
          <p:nvPr>
            <p:ph type="dt" idx="105"/>
          </p:nvPr>
        </p:nvSpPr>
        <p:spPr bwMode="auto"/>
        <p:txBody>
          <a:bodyPr/>
          <a:p>
            <a:pPr>
              <a:defRPr/>
            </a:pPr>
            <a:endParaRPr/>
          </a:p>
        </p:txBody>
      </p:sp>
    </p:spTree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tx" userDrawn="1">
  <p:cSld name="Default 23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94741376" name="PlaceHolder 1"/>
          <p:cNvSpPr>
            <a:spLocks noGrp="1"/>
          </p:cNvSpPr>
          <p:nvPr>
            <p:ph type="title"/>
          </p:nvPr>
        </p:nvSpPr>
        <p:spPr bwMode="auto">
          <a:xfrm>
            <a:off x="609120" y="273600"/>
            <a:ext cx="1096956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p>
            <a:pPr indent="0" algn="ctr">
              <a:buNone/>
              <a:defRPr/>
            </a:pPr>
            <a:endParaRPr lang="en-US" sz="4400" b="0" u="none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88755361" name="PlaceHolder 2"/>
          <p:cNvSpPr>
            <a:spLocks noGrp="1"/>
          </p:cNvSpPr>
          <p:nvPr>
            <p:ph/>
          </p:nvPr>
        </p:nvSpPr>
        <p:spPr bwMode="auto">
          <a:xfrm>
            <a:off x="609120" y="1604520"/>
            <a:ext cx="1096956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p>
            <a:pPr indent="0">
              <a:spcBef>
                <a:spcPts val="1417"/>
              </a:spcBef>
              <a:buNone/>
              <a:defRPr/>
            </a:pPr>
            <a:endParaRPr lang="en-US" sz="3200" b="0" u="none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401607510" name="PlaceHolder 3"/>
          <p:cNvSpPr>
            <a:spLocks noGrp="1"/>
          </p:cNvSpPr>
          <p:nvPr>
            <p:ph type="ftr" idx="103"/>
          </p:nvPr>
        </p:nvSpPr>
        <p:spPr bwMode="auto"/>
        <p:txBody>
          <a:bodyPr/>
          <a:p>
            <a:pPr>
              <a:defRPr/>
            </a:pPr>
            <a:r>
              <a:rPr/>
              <a:t>Footer</a:t>
            </a:r>
            <a:endParaRPr/>
          </a:p>
        </p:txBody>
      </p:sp>
      <p:sp>
        <p:nvSpPr>
          <p:cNvPr id="965589394" name="PlaceHolder 4"/>
          <p:cNvSpPr>
            <a:spLocks noGrp="1"/>
          </p:cNvSpPr>
          <p:nvPr>
            <p:ph type="sldNum" idx="104"/>
          </p:nvPr>
        </p:nvSpPr>
        <p:spPr bwMode="auto"/>
        <p:txBody>
          <a:bodyPr/>
          <a:p>
            <a:pPr>
              <a:defRPr/>
            </a:pPr>
            <a:fld id="{A548802D-FF50-4915-960D-2491AA9AE368}" type="slidenum">
              <a:rPr/>
              <a:t>&lt;#&gt;</a:t>
            </a:fld>
            <a:endParaRPr/>
          </a:p>
        </p:txBody>
      </p:sp>
      <p:sp>
        <p:nvSpPr>
          <p:cNvPr id="1846217245" name="PlaceHolder 5"/>
          <p:cNvSpPr>
            <a:spLocks noGrp="1"/>
          </p:cNvSpPr>
          <p:nvPr>
            <p:ph type="dt" idx="105"/>
          </p:nvPr>
        </p:nvSpPr>
        <p:spPr bwMode="auto"/>
        <p:txBody>
          <a:bodyPr/>
          <a:p>
            <a:pPr>
              <a:defRPr/>
            </a:pPr>
            <a:endParaRPr/>
          </a:p>
        </p:txBody>
      </p:sp>
    </p:spTree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vertTitleAndTx" userDrawn="1">
  <p:cSld name="Default 23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610209882" name="PlaceHolder 1"/>
          <p:cNvSpPr>
            <a:spLocks noGrp="1"/>
          </p:cNvSpPr>
          <p:nvPr>
            <p:ph type="ftr" idx="103"/>
          </p:nvPr>
        </p:nvSpPr>
        <p:spPr bwMode="auto"/>
        <p:txBody>
          <a:bodyPr/>
          <a:p>
            <a:pPr>
              <a:defRPr/>
            </a:pPr>
            <a:r>
              <a:rPr/>
              <a:t>Footer</a:t>
            </a:r>
            <a:endParaRPr/>
          </a:p>
        </p:txBody>
      </p:sp>
      <p:sp>
        <p:nvSpPr>
          <p:cNvPr id="1249098447" name="PlaceHolder 2"/>
          <p:cNvSpPr>
            <a:spLocks noGrp="1"/>
          </p:cNvSpPr>
          <p:nvPr>
            <p:ph type="sldNum" idx="104"/>
          </p:nvPr>
        </p:nvSpPr>
        <p:spPr bwMode="auto"/>
        <p:txBody>
          <a:bodyPr/>
          <a:p>
            <a:pPr>
              <a:defRPr/>
            </a:pPr>
            <a:fld id="{E8717E7A-6EB7-49F9-9A11-9243CAAF0089}" type="slidenum">
              <a:rPr/>
              <a:t>&lt;#&gt;</a:t>
            </a:fld>
            <a:endParaRPr/>
          </a:p>
        </p:txBody>
      </p:sp>
      <p:sp>
        <p:nvSpPr>
          <p:cNvPr id="162829318" name="PlaceHolder 3"/>
          <p:cNvSpPr>
            <a:spLocks noGrp="1"/>
          </p:cNvSpPr>
          <p:nvPr>
            <p:ph type="dt" idx="105"/>
          </p:nvPr>
        </p:nvSpPr>
        <p:spPr bwMode="auto"/>
        <p:txBody>
          <a:bodyPr/>
          <a:p>
            <a:pPr>
              <a:defRPr/>
            </a:pPr>
            <a:endParaRPr/>
          </a:p>
        </p:txBody>
      </p:sp>
    </p:spTree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vertTx" userDrawn="1">
  <p:cSld name="Default 23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96922755" name="PlaceHolder 1"/>
          <p:cNvSpPr>
            <a:spLocks noGrp="1"/>
          </p:cNvSpPr>
          <p:nvPr>
            <p:ph type="ftr" idx="103"/>
          </p:nvPr>
        </p:nvSpPr>
        <p:spPr bwMode="auto"/>
        <p:txBody>
          <a:bodyPr/>
          <a:p>
            <a:pPr>
              <a:defRPr/>
            </a:pPr>
            <a:r>
              <a:rPr/>
              <a:t>Footer</a:t>
            </a:r>
            <a:endParaRPr/>
          </a:p>
        </p:txBody>
      </p:sp>
      <p:sp>
        <p:nvSpPr>
          <p:cNvPr id="390881958" name="PlaceHolder 2"/>
          <p:cNvSpPr>
            <a:spLocks noGrp="1"/>
          </p:cNvSpPr>
          <p:nvPr>
            <p:ph type="sldNum" idx="104"/>
          </p:nvPr>
        </p:nvSpPr>
        <p:spPr bwMode="auto"/>
        <p:txBody>
          <a:bodyPr/>
          <a:p>
            <a:pPr>
              <a:defRPr/>
            </a:pPr>
            <a:fld id="{6FF999E7-80B0-4E8A-ACE9-A672112262DB}" type="slidenum">
              <a:rPr/>
              <a:t>&lt;#&gt;</a:t>
            </a:fld>
            <a:endParaRPr/>
          </a:p>
        </p:txBody>
      </p:sp>
      <p:sp>
        <p:nvSpPr>
          <p:cNvPr id="1350196764" name="PlaceHolder 3"/>
          <p:cNvSpPr>
            <a:spLocks noGrp="1"/>
          </p:cNvSpPr>
          <p:nvPr>
            <p:ph type="dt" idx="105"/>
          </p:nvPr>
        </p:nvSpPr>
        <p:spPr bwMode="auto"/>
        <p:txBody>
          <a:bodyPr/>
          <a:p>
            <a:pPr>
              <a:defRPr/>
            </a:pPr>
            <a:endParaRPr/>
          </a:p>
        </p:txBody>
      </p:sp>
    </p:spTree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title" userDrawn="1">
  <p:cSld name="Default 23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07665800" name="PlaceHolder 1"/>
          <p:cNvSpPr>
            <a:spLocks noGrp="1"/>
          </p:cNvSpPr>
          <p:nvPr>
            <p:ph type="title"/>
          </p:nvPr>
        </p:nvSpPr>
        <p:spPr bwMode="auto">
          <a:xfrm>
            <a:off x="609120" y="273600"/>
            <a:ext cx="1096956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p>
            <a:pPr indent="0" algn="ctr">
              <a:buNone/>
              <a:defRPr/>
            </a:pPr>
            <a:endParaRPr lang="en-US" sz="4400" b="0" u="none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904425663" name="PlaceHolder 2"/>
          <p:cNvSpPr>
            <a:spLocks noGrp="1"/>
          </p:cNvSpPr>
          <p:nvPr>
            <p:ph type="subTitle"/>
          </p:nvPr>
        </p:nvSpPr>
        <p:spPr bwMode="auto">
          <a:xfrm>
            <a:off x="609120" y="1604520"/>
            <a:ext cx="1096956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p>
            <a:pPr indent="0" algn="ctr">
              <a:buNone/>
              <a:defRPr/>
            </a:pPr>
            <a:endParaRPr lang="en-US" sz="3200" b="0" u="none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838275788" name="PlaceHolder 3"/>
          <p:cNvSpPr>
            <a:spLocks noGrp="1"/>
          </p:cNvSpPr>
          <p:nvPr>
            <p:ph type="ftr" idx="103"/>
          </p:nvPr>
        </p:nvSpPr>
        <p:spPr bwMode="auto"/>
        <p:txBody>
          <a:bodyPr/>
          <a:p>
            <a:pPr>
              <a:defRPr/>
            </a:pPr>
            <a:r>
              <a:rPr/>
              <a:t>Footer</a:t>
            </a:r>
            <a:endParaRPr/>
          </a:p>
        </p:txBody>
      </p:sp>
      <p:sp>
        <p:nvSpPr>
          <p:cNvPr id="1884315602" name="PlaceHolder 4"/>
          <p:cNvSpPr>
            <a:spLocks noGrp="1"/>
          </p:cNvSpPr>
          <p:nvPr>
            <p:ph type="sldNum" idx="104"/>
          </p:nvPr>
        </p:nvSpPr>
        <p:spPr bwMode="auto"/>
        <p:txBody>
          <a:bodyPr/>
          <a:p>
            <a:pPr>
              <a:defRPr/>
            </a:pPr>
            <a:fld id="{EB18F765-D0D0-4237-915C-298C0622BDE2}" type="slidenum">
              <a:rPr/>
              <a:t>&lt;#&gt;</a:t>
            </a:fld>
            <a:endParaRPr/>
          </a:p>
        </p:txBody>
      </p:sp>
      <p:sp>
        <p:nvSpPr>
          <p:cNvPr id="362783425" name="PlaceHolder 5"/>
          <p:cNvSpPr>
            <a:spLocks noGrp="1"/>
          </p:cNvSpPr>
          <p:nvPr>
            <p:ph type="dt" idx="105"/>
          </p:nvPr>
        </p:nvSpPr>
        <p:spPr bwMode="auto"/>
        <p:txBody>
          <a:bodyPr/>
          <a:p>
            <a:pPr>
              <a:defRPr/>
            </a:pPr>
            <a:endParaRPr/>
          </a:p>
        </p:txBody>
      </p:sp>
    </p:spTree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blank" userDrawn="1">
  <p:cSld name="Default 23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49879445" name="PlaceHolder 1"/>
          <p:cNvSpPr>
            <a:spLocks noGrp="1"/>
          </p:cNvSpPr>
          <p:nvPr>
            <p:ph type="ftr" idx="103"/>
          </p:nvPr>
        </p:nvSpPr>
        <p:spPr bwMode="auto"/>
        <p:txBody>
          <a:bodyPr/>
          <a:p>
            <a:pPr>
              <a:defRPr/>
            </a:pPr>
            <a:r>
              <a:rPr/>
              <a:t>Footer</a:t>
            </a:r>
            <a:endParaRPr/>
          </a:p>
        </p:txBody>
      </p:sp>
      <p:sp>
        <p:nvSpPr>
          <p:cNvPr id="1785245677" name="PlaceHolder 2"/>
          <p:cNvSpPr>
            <a:spLocks noGrp="1"/>
          </p:cNvSpPr>
          <p:nvPr>
            <p:ph type="sldNum" idx="104"/>
          </p:nvPr>
        </p:nvSpPr>
        <p:spPr bwMode="auto"/>
        <p:txBody>
          <a:bodyPr/>
          <a:p>
            <a:pPr>
              <a:defRPr/>
            </a:pPr>
            <a:fld id="{62791924-EF80-4668-8467-928E384DB909}" type="slidenum">
              <a:rPr/>
              <a:t>&lt;#&gt;</a:t>
            </a:fld>
            <a:endParaRPr/>
          </a:p>
        </p:txBody>
      </p:sp>
      <p:sp>
        <p:nvSpPr>
          <p:cNvPr id="516790744" name="PlaceHolder 3"/>
          <p:cNvSpPr>
            <a:spLocks noGrp="1"/>
          </p:cNvSpPr>
          <p:nvPr>
            <p:ph type="dt" idx="105"/>
          </p:nvPr>
        </p:nvSpPr>
        <p:spPr bwMode="auto"/>
        <p:txBody>
          <a:bodyPr/>
          <a:p>
            <a:pPr>
              <a:defRPr/>
            </a:pPr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_rels/slideMaster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theme" Target="../theme/theme2.xml"/></Relationships>
</file>

<file path=ppt/slideMasters/_rels/slideMaster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theme" Target="../theme/theme3.xml"/></Relationships>
</file>

<file path=ppt/slideMasters/_rels/slideMaster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theme" Target="../theme/theme4.xml"/></Relationships>
</file>

<file path=ppt/slideMasters/_rels/slideMaster5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theme" Target="../theme/theme5.xml"/></Relationships>
</file>

<file path=ppt/slideMasters/_rels/slideMaster6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theme" Target="../theme/theme6.xml"/></Relationships>
</file>

<file path=ppt/slideMasters/_rels/slideMaster7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theme" Target="../theme/theme7.xml"/></Relationships>
</file>

<file path=ppt/slideMasters/_rels/slideMaster8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theme" Target="../theme/theme8.xml"/></Relationships>
</file>

<file path=ppt/slideMasters/_rels/slideMaster9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theme" Target="../theme/theme9.xml"/></Relationships>
</file>

<file path=ppt/slideMasters/_rels/slideMaster10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theme" Target="../theme/theme10.xml"/></Relationships>
</file>

<file path=ppt/slideMasters/_rels/slideMaster1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theme" Target="../theme/theme11.xml"/></Relationships>
</file>

<file path=ppt/slideMasters/_rels/slideMaster1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theme" Target="../theme/theme12.xml"/></Relationships>
</file>

<file path=ppt/slideMasters/_rels/slideMaster1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theme" Target="../theme/theme13.xml"/></Relationships>
</file>

<file path=ppt/slideMasters/_rels/slideMaster1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theme" Target="../theme/theme14.xml"/></Relationships>
</file>

<file path=ppt/slideMasters/_rels/slideMaster15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5.xml"/><Relationship Id="rId2" Type="http://schemas.openxmlformats.org/officeDocument/2006/relationships/theme" Target="../theme/theme15.xml"/></Relationships>
</file>

<file path=ppt/slideMasters/_rels/slideMaster16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6.xml"/><Relationship Id="rId2" Type="http://schemas.openxmlformats.org/officeDocument/2006/relationships/theme" Target="../theme/theme16.xml"/></Relationships>
</file>

<file path=ppt/slideMasters/_rels/slideMaster17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7.xml"/><Relationship Id="rId2" Type="http://schemas.openxmlformats.org/officeDocument/2006/relationships/theme" Target="../theme/theme17.xml"/></Relationships>
</file>

<file path=ppt/slideMasters/_rels/slideMaster18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8.xml"/><Relationship Id="rId2" Type="http://schemas.openxmlformats.org/officeDocument/2006/relationships/theme" Target="../theme/theme18.xml"/></Relationships>
</file>

<file path=ppt/slideMasters/_rels/slideMaster19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9.xml"/><Relationship Id="rId2" Type="http://schemas.openxmlformats.org/officeDocument/2006/relationships/theme" Target="../theme/theme19.xml"/></Relationships>
</file>

<file path=ppt/slideMasters/_rels/slideMaster20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0.xml"/><Relationship Id="rId2" Type="http://schemas.openxmlformats.org/officeDocument/2006/relationships/theme" Target="../theme/theme20.xml"/></Relationships>
</file>

<file path=ppt/slideMasters/_rels/slideMaster2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1.xml"/><Relationship Id="rId2" Type="http://schemas.openxmlformats.org/officeDocument/2006/relationships/theme" Target="../theme/theme21.xml"/></Relationships>
</file>

<file path=ppt/slideMasters/_rels/slideMaster2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2.xml"/><Relationship Id="rId2" Type="http://schemas.openxmlformats.org/officeDocument/2006/relationships/theme" Target="../theme/theme22.xml"/></Relationships>
</file>

<file path=ppt/slideMasters/_rels/slideMaster2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3.xml"/><Relationship Id="rId2" Type="http://schemas.openxmlformats.org/officeDocument/2006/relationships/theme" Target="../theme/theme23.xml"/></Relationships>
</file>

<file path=ppt/slideMasters/_rels/slideMaster2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4.xml"/><Relationship Id="rId2" Type="http://schemas.openxmlformats.org/officeDocument/2006/relationships/theme" Target="../theme/theme24.xml"/></Relationships>
</file>

<file path=ppt/slideMasters/_rels/slideMaster25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5.xml"/><Relationship Id="rId2" Type="http://schemas.openxmlformats.org/officeDocument/2006/relationships/theme" Target="../theme/theme25.xml"/></Relationships>
</file>

<file path=ppt/slideMasters/_rels/slideMaster26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6.xml"/><Relationship Id="rId2" Type="http://schemas.openxmlformats.org/officeDocument/2006/relationships/theme" Target="../theme/theme26.xml"/></Relationships>
</file>

<file path=ppt/slideMasters/_rels/slideMaster27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7.xml"/><Relationship Id="rId2" Type="http://schemas.openxmlformats.org/officeDocument/2006/relationships/theme" Target="../theme/theme27.xml"/></Relationships>
</file>

<file path=ppt/slideMasters/_rels/slideMaster28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8.xml"/><Relationship Id="rId2" Type="http://schemas.openxmlformats.org/officeDocument/2006/relationships/theme" Target="../theme/theme28.xml"/></Relationships>
</file>

<file path=ppt/slideMasters/_rels/slideMaster29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9.xml"/><Relationship Id="rId2" Type="http://schemas.openxmlformats.org/officeDocument/2006/relationships/theme" Target="../theme/theme29.xml"/></Relationships>
</file>

<file path=ppt/slideMasters/_rels/slideMaster30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30.xml"/><Relationship Id="rId2" Type="http://schemas.openxmlformats.org/officeDocument/2006/relationships/theme" Target="../theme/theme30.xml"/></Relationships>
</file>

<file path=ppt/slideMasters/_rels/slideMaster3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31.xml"/><Relationship Id="rId2" Type="http://schemas.openxmlformats.org/officeDocument/2006/relationships/theme" Target="../theme/theme31.xml"/></Relationships>
</file>

<file path=ppt/slideMasters/_rels/slideMaster3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32.xml"/><Relationship Id="rId2" Type="http://schemas.openxmlformats.org/officeDocument/2006/relationships/theme" Target="../theme/theme32.xml"/></Relationships>
</file>

<file path=ppt/slideMasters/_rels/slideMaster3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33.xml"/><Relationship Id="rId2" Type="http://schemas.openxmlformats.org/officeDocument/2006/relationships/theme" Target="../theme/theme33.xml"/></Relationships>
</file>

<file path=ppt/slideMasters/_rels/slideMaster3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34.xml"/><Relationship Id="rId2" Type="http://schemas.openxmlformats.org/officeDocument/2006/relationships/slideLayout" Target="../slideLayouts/slideLayout35.xml"/><Relationship Id="rId3" Type="http://schemas.openxmlformats.org/officeDocument/2006/relationships/slideLayout" Target="../slideLayouts/slideLayout36.xml"/><Relationship Id="rId4" Type="http://schemas.openxmlformats.org/officeDocument/2006/relationships/slideLayout" Target="../slideLayouts/slideLayout37.xml"/><Relationship Id="rId5" Type="http://schemas.openxmlformats.org/officeDocument/2006/relationships/slideLayout" Target="../slideLayouts/slideLayout38.xml"/><Relationship Id="rId6" Type="http://schemas.openxmlformats.org/officeDocument/2006/relationships/slideLayout" Target="../slideLayouts/slideLayout39.xml"/><Relationship Id="rId7" Type="http://schemas.openxmlformats.org/officeDocument/2006/relationships/slideLayout" Target="../slideLayouts/slideLayout40.xml"/><Relationship Id="rId8" Type="http://schemas.openxmlformats.org/officeDocument/2006/relationships/theme" Target="../theme/theme3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preserve="0">
  <p:cSld name="">
    <p:bg>
      <p:bgPr shadeToTitle="0">
        <a:gradFill rotWithShape="0">
          <a:gsLst>
            <a:gs pos="0">
              <a:srgbClr val="000000"/>
            </a:gs>
            <a:gs pos="85000">
              <a:srgbClr val="0E1830"/>
            </a:gs>
            <a:gs pos="100000">
              <a:srgbClr val="142141"/>
            </a:gs>
          </a:gsLst>
          <a:lin ang="3600000" scaled="1"/>
        </a:gra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grpSp>
        <p:nvGrpSpPr>
          <p:cNvPr id="615837536" name="линии слева"/>
          <p:cNvGrpSpPr/>
          <p:nvPr/>
        </p:nvGrpSpPr>
        <p:grpSpPr bwMode="auto">
          <a:xfrm>
            <a:off x="-15840" y="-3240"/>
            <a:ext cx="818280" cy="5227560"/>
            <a:chOff x="-15840" y="-3240"/>
            <a:chExt cx="818280" cy="5227560"/>
          </a:xfrm>
        </p:grpSpPr>
        <p:sp>
          <p:nvSpPr>
            <p:cNvPr id="1" name="Полилиния 9"/>
            <p:cNvSpPr/>
            <p:nvPr/>
          </p:nvSpPr>
          <p:spPr bwMode="auto">
            <a:xfrm>
              <a:off x="-12600" y="0"/>
              <a:ext cx="815040" cy="5224320"/>
            </a:xfrm>
            <a:custGeom>
              <a:avLst/>
              <a:gdLst>
                <a:gd name="textAreaLeft" fmla="*/ 0 w 815040"/>
                <a:gd name="textAreaRight" fmla="*/ 816840 w 815040"/>
                <a:gd name="textAreaTop" fmla="*/ 0 h 5224320"/>
                <a:gd name="textAreaBottom" fmla="*/ 5226120 h 5224320"/>
              </a:gdLst>
              <a:ahLst/>
              <a:cxnLst/>
              <a:rect l="textAreaLeft" t="textAreaTop" r="textAreaRight" b="textAreaBottom"/>
              <a:pathLst>
                <a:path w="612775" h="3919538" fill="norm" stroke="1" extrusionOk="0">
                  <a:moveTo>
                    <a:pt x="0" y="3919538"/>
                  </a:moveTo>
                  <a:lnTo>
                    <a:pt x="612775" y="2984500"/>
                  </a:lnTo>
                  <a:lnTo>
                    <a:pt x="612775" y="0"/>
                  </a:lnTo>
                </a:path>
              </a:pathLst>
            </a:custGeom>
            <a:noFill/>
            <a:ln w="38100">
              <a:solidFill>
                <a:srgbClr val="007373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tIns="45000" rIns="90000" bIns="45000" anchor="ctr">
              <a:noAutofit/>
            </a:bodyPr>
            <a:p>
              <a:pPr algn="ctr" defTabSz="1218960">
                <a:lnSpc>
                  <a:spcPct val="100000"/>
                </a:lnSpc>
                <a:defRPr/>
              </a:pPr>
              <a:endParaRPr lang="ru-RU" sz="2400" b="0" u="none" strike="noStrike">
                <a:solidFill>
                  <a:schemeClr val="lt1"/>
                </a:solidFill>
                <a:latin typeface="Calibri"/>
              </a:endParaRPr>
            </a:p>
          </p:txBody>
        </p:sp>
        <p:sp>
          <p:nvSpPr>
            <p:cNvPr id="2" name="Полилиния 10"/>
            <p:cNvSpPr/>
            <p:nvPr/>
          </p:nvSpPr>
          <p:spPr bwMode="auto">
            <a:xfrm>
              <a:off x="-15840" y="0"/>
              <a:ext cx="545760" cy="4560840"/>
            </a:xfrm>
            <a:custGeom>
              <a:avLst/>
              <a:gdLst>
                <a:gd name="textAreaLeft" fmla="*/ 0 w 545760"/>
                <a:gd name="textAreaRight" fmla="*/ 547560 w 545760"/>
                <a:gd name="textAreaTop" fmla="*/ 0 h 4560840"/>
                <a:gd name="textAreaBottom" fmla="*/ 4562640 h 4560840"/>
              </a:gdLst>
              <a:ahLst/>
              <a:cxnLst/>
              <a:rect l="textAreaLeft" t="textAreaTop" r="textAreaRight" b="textAreaBottom"/>
              <a:pathLst>
                <a:path w="410751" h="3421856" fill="norm" stroke="1" extrusionOk="0">
                  <a:moveTo>
                    <a:pt x="0" y="3421856"/>
                  </a:moveTo>
                  <a:lnTo>
                    <a:pt x="410751" y="2798680"/>
                  </a:lnTo>
                  <a:lnTo>
                    <a:pt x="409575" y="0"/>
                  </a:lnTo>
                </a:path>
              </a:pathLst>
            </a:custGeom>
            <a:noFill/>
            <a:ln w="28575">
              <a:solidFill>
                <a:srgbClr val="007373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tIns="45000" rIns="90000" bIns="45000" anchor="ctr">
              <a:noAutofit/>
            </a:bodyPr>
            <a:p>
              <a:pPr algn="ctr" defTabSz="1218960">
                <a:lnSpc>
                  <a:spcPct val="100000"/>
                </a:lnSpc>
                <a:defRPr/>
              </a:pPr>
              <a:endParaRPr lang="ru-RU" sz="2400" b="0" u="none" strike="noStrike">
                <a:solidFill>
                  <a:schemeClr val="lt1"/>
                </a:solidFill>
                <a:latin typeface="Calibri"/>
              </a:endParaRPr>
            </a:p>
          </p:txBody>
        </p:sp>
        <p:sp>
          <p:nvSpPr>
            <p:cNvPr id="3" name="Полилиния 13"/>
            <p:cNvSpPr/>
            <p:nvPr/>
          </p:nvSpPr>
          <p:spPr bwMode="auto">
            <a:xfrm>
              <a:off x="-9360" y="-3240"/>
              <a:ext cx="316800" cy="3966840"/>
            </a:xfrm>
            <a:custGeom>
              <a:avLst/>
              <a:gdLst>
                <a:gd name="textAreaLeft" fmla="*/ 0 w 316800"/>
                <a:gd name="textAreaRight" fmla="*/ 318600 w 316800"/>
                <a:gd name="textAreaTop" fmla="*/ 0 h 3966840"/>
                <a:gd name="textAreaBottom" fmla="*/ 3968640 h 3966840"/>
              </a:gdLst>
              <a:ahLst/>
              <a:cxnLst/>
              <a:rect l="textAreaLeft" t="textAreaTop" r="textAreaRight" b="textAreaBottom"/>
              <a:pathLst>
                <a:path w="238919" h="2976561" fill="norm" stroke="1" extrusionOk="0">
                  <a:moveTo>
                    <a:pt x="0" y="2976561"/>
                  </a:moveTo>
                  <a:lnTo>
                    <a:pt x="238919" y="2616170"/>
                  </a:lnTo>
                  <a:cubicBezTo>
                    <a:pt x="238654" y="1744113"/>
                    <a:pt x="238390" y="872057"/>
                    <a:pt x="238125" y="0"/>
                  </a:cubicBezTo>
                </a:path>
              </a:pathLst>
            </a:custGeom>
            <a:noFill/>
            <a:ln>
              <a:solidFill>
                <a:srgbClr val="004D4D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tIns="45000" rIns="90000" bIns="45000" anchor="ctr">
              <a:noAutofit/>
            </a:bodyPr>
            <a:p>
              <a:pPr algn="ctr" defTabSz="1218960">
                <a:lnSpc>
                  <a:spcPct val="100000"/>
                </a:lnSpc>
                <a:defRPr/>
              </a:pPr>
              <a:endParaRPr lang="ru-RU" sz="2400" b="0" u="none" strike="noStrike">
                <a:solidFill>
                  <a:schemeClr val="lt1"/>
                </a:solidFill>
                <a:latin typeface="Calibri"/>
              </a:endParaRPr>
            </a:p>
          </p:txBody>
        </p:sp>
      </p:grpSp>
      <p:grpSp>
        <p:nvGrpSpPr>
          <p:cNvPr id="1430554301" name="диагонали"/>
          <p:cNvGrpSpPr/>
          <p:nvPr/>
        </p:nvGrpSpPr>
        <p:grpSpPr bwMode="auto">
          <a:xfrm>
            <a:off x="7516440" y="4145040"/>
            <a:ext cx="4687560" cy="2732760"/>
            <a:chOff x="7516440" y="4145040"/>
            <a:chExt cx="4687560" cy="2732760"/>
          </a:xfrm>
        </p:grpSpPr>
        <p:cxnSp>
          <p:nvCxnSpPr>
            <p:cNvPr id="5" name="Прямая соединительная линия 13"/>
            <p:cNvCxnSpPr/>
            <p:nvPr/>
          </p:nvCxnSpPr>
          <p:spPr bwMode="auto">
            <a:xfrm flipV="1">
              <a:off x="7516440" y="4145040"/>
              <a:ext cx="4687920" cy="2718000"/>
            </a:xfrm>
            <a:prstGeom prst="straightConnector1">
              <a:avLst/>
            </a:prstGeom>
            <a:ln w="38100">
              <a:solidFill>
                <a:srgbClr val="007373"/>
              </a:solidFill>
              <a:round/>
            </a:ln>
          </p:spPr>
        </p:cxnSp>
        <p:cxnSp>
          <p:nvCxnSpPr>
            <p:cNvPr id="6" name="Прямая соединительная линия 16"/>
            <p:cNvCxnSpPr/>
            <p:nvPr/>
          </p:nvCxnSpPr>
          <p:spPr bwMode="auto">
            <a:xfrm flipV="1">
              <a:off x="8003880" y="4444920"/>
              <a:ext cx="4200480" cy="2433240"/>
            </a:xfrm>
            <a:prstGeom prst="straightConnector1">
              <a:avLst/>
            </a:prstGeom>
            <a:ln w="28575">
              <a:solidFill>
                <a:srgbClr val="007373"/>
              </a:solidFill>
              <a:round/>
            </a:ln>
          </p:spPr>
        </p:cxnSp>
        <p:cxnSp>
          <p:nvCxnSpPr>
            <p:cNvPr id="7" name="Прямая соединительная линия 18"/>
            <p:cNvCxnSpPr/>
            <p:nvPr/>
          </p:nvCxnSpPr>
          <p:spPr bwMode="auto">
            <a:xfrm flipV="1">
              <a:off x="8515440" y="4732920"/>
              <a:ext cx="3688920" cy="2135520"/>
            </a:xfrm>
            <a:prstGeom prst="straightConnector1">
              <a:avLst/>
            </a:prstGeom>
            <a:ln w="0">
              <a:solidFill>
                <a:srgbClr val="004D4D"/>
              </a:solidFill>
            </a:ln>
          </p:spPr>
        </p:cxnSp>
      </p:grpSp>
      <p:grpSp>
        <p:nvGrpSpPr>
          <p:cNvPr id="663186007" name="линии снизу"/>
          <p:cNvGrpSpPr/>
          <p:nvPr/>
        </p:nvGrpSpPr>
        <p:grpSpPr bwMode="auto">
          <a:xfrm>
            <a:off x="-10440" y="6058800"/>
            <a:ext cx="5498640" cy="818640"/>
            <a:chOff x="-10440" y="6058800"/>
            <a:chExt cx="5498640" cy="818640"/>
          </a:xfrm>
        </p:grpSpPr>
        <p:sp>
          <p:nvSpPr>
            <p:cNvPr id="9" name="Полилиния 8"/>
            <p:cNvSpPr/>
            <p:nvPr/>
          </p:nvSpPr>
          <p:spPr bwMode="auto">
            <a:xfrm rot="16199998">
              <a:off x="2338200" y="3724200"/>
              <a:ext cx="815400" cy="5484240"/>
            </a:xfrm>
            <a:custGeom>
              <a:avLst/>
              <a:gdLst>
                <a:gd name="textAreaLeft" fmla="*/ 0 w 815400"/>
                <a:gd name="textAreaRight" fmla="*/ 817200 w 815400"/>
                <a:gd name="textAreaTop" fmla="*/ 0 h 5484240"/>
                <a:gd name="textAreaBottom" fmla="*/ 5486040 h 5484240"/>
              </a:gdLst>
              <a:ahLst/>
              <a:cxnLst/>
              <a:rect l="textAreaLeft" t="textAreaTop" r="textAreaRight" b="textAreaBottom"/>
              <a:pathLst>
                <a:path w="612775" h="4115481" fill="norm" stroke="1" extrusionOk="0">
                  <a:moveTo>
                    <a:pt x="0" y="4115481"/>
                  </a:moveTo>
                  <a:lnTo>
                    <a:pt x="612775" y="3180443"/>
                  </a:lnTo>
                  <a:lnTo>
                    <a:pt x="612775" y="0"/>
                  </a:lnTo>
                </a:path>
              </a:pathLst>
            </a:custGeom>
            <a:noFill/>
            <a:ln w="38100">
              <a:solidFill>
                <a:srgbClr val="007373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tIns="45000" rIns="90000" bIns="45000" anchor="ctr">
              <a:noAutofit/>
            </a:bodyPr>
            <a:p>
              <a:pPr algn="ctr" defTabSz="1218960">
                <a:lnSpc>
                  <a:spcPct val="100000"/>
                </a:lnSpc>
                <a:defRPr/>
              </a:pPr>
              <a:endParaRPr lang="ru-RU" sz="2400" b="0" u="none" strike="noStrike">
                <a:solidFill>
                  <a:schemeClr val="lt1"/>
                </a:solidFill>
                <a:latin typeface="Calibri"/>
              </a:endParaRPr>
            </a:p>
          </p:txBody>
        </p:sp>
        <p:sp>
          <p:nvSpPr>
            <p:cNvPr id="10" name="Полилиния 9"/>
            <p:cNvSpPr/>
            <p:nvPr/>
          </p:nvSpPr>
          <p:spPr bwMode="auto">
            <a:xfrm rot="16199998">
              <a:off x="2138760" y="4191840"/>
              <a:ext cx="545760" cy="4825440"/>
            </a:xfrm>
            <a:custGeom>
              <a:avLst/>
              <a:gdLst>
                <a:gd name="textAreaLeft" fmla="*/ 0 w 545760"/>
                <a:gd name="textAreaRight" fmla="*/ 547560 w 545760"/>
                <a:gd name="textAreaTop" fmla="*/ 0 h 4825440"/>
                <a:gd name="textAreaBottom" fmla="*/ 4827240 h 4825440"/>
              </a:gdLst>
              <a:ahLst/>
              <a:cxnLst/>
              <a:rect l="textAreaLeft" t="textAreaTop" r="textAreaRight" b="textAreaBottom"/>
              <a:pathLst>
                <a:path w="410751" h="3621427" fill="norm" stroke="1" extrusionOk="0">
                  <a:moveTo>
                    <a:pt x="0" y="3621427"/>
                  </a:moveTo>
                  <a:lnTo>
                    <a:pt x="410751" y="2998251"/>
                  </a:lnTo>
                  <a:cubicBezTo>
                    <a:pt x="410359" y="2065358"/>
                    <a:pt x="406339" y="932893"/>
                    <a:pt x="405947" y="0"/>
                  </a:cubicBezTo>
                </a:path>
              </a:pathLst>
            </a:custGeom>
            <a:noFill/>
            <a:ln w="28575">
              <a:solidFill>
                <a:srgbClr val="007373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tIns="45000" rIns="90000" bIns="45000" anchor="ctr">
              <a:noAutofit/>
            </a:bodyPr>
            <a:p>
              <a:pPr algn="ctr" defTabSz="1218960">
                <a:lnSpc>
                  <a:spcPct val="100000"/>
                </a:lnSpc>
                <a:defRPr/>
              </a:pPr>
              <a:endParaRPr lang="ru-RU" sz="2400" b="0" u="none" strike="noStrike">
                <a:solidFill>
                  <a:schemeClr val="lt1"/>
                </a:solidFill>
                <a:latin typeface="Calibri"/>
              </a:endParaRPr>
            </a:p>
          </p:txBody>
        </p:sp>
        <p:sp>
          <p:nvSpPr>
            <p:cNvPr id="11" name="Полилиния 10"/>
            <p:cNvSpPr/>
            <p:nvPr/>
          </p:nvSpPr>
          <p:spPr bwMode="auto">
            <a:xfrm rot="16199998">
              <a:off x="1947600" y="4592160"/>
              <a:ext cx="320400" cy="4236840"/>
            </a:xfrm>
            <a:custGeom>
              <a:avLst/>
              <a:gdLst>
                <a:gd name="textAreaLeft" fmla="*/ 0 w 320400"/>
                <a:gd name="textAreaRight" fmla="*/ 322200 w 320400"/>
                <a:gd name="textAreaTop" fmla="*/ 0 h 4236840"/>
                <a:gd name="textAreaBottom" fmla="*/ 4238640 h 4236840"/>
              </a:gdLst>
              <a:ahLst/>
              <a:cxnLst/>
              <a:rect l="textAreaLeft" t="textAreaTop" r="textAreaRight" b="textAreaBottom"/>
              <a:pathLst>
                <a:path w="241768" h="3179761" fill="norm" stroke="1" extrusionOk="0">
                  <a:moveTo>
                    <a:pt x="0" y="3179761"/>
                  </a:moveTo>
                  <a:lnTo>
                    <a:pt x="238919" y="2819370"/>
                  </a:lnTo>
                  <a:cubicBezTo>
                    <a:pt x="238654" y="1947313"/>
                    <a:pt x="242019" y="872057"/>
                    <a:pt x="241754" y="0"/>
                  </a:cubicBezTo>
                </a:path>
              </a:pathLst>
            </a:custGeom>
            <a:noFill/>
            <a:ln>
              <a:solidFill>
                <a:srgbClr val="004D4D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tIns="45000" rIns="90000" bIns="45000" anchor="ctr">
              <a:noAutofit/>
            </a:bodyPr>
            <a:p>
              <a:pPr algn="ctr" defTabSz="1218960">
                <a:lnSpc>
                  <a:spcPct val="100000"/>
                </a:lnSpc>
                <a:defRPr/>
              </a:pPr>
              <a:endParaRPr lang="ru-RU" sz="2400" b="0" u="none" strike="noStrike">
                <a:solidFill>
                  <a:schemeClr val="lt1"/>
                </a:solidFill>
                <a:latin typeface="Calibri"/>
              </a:endParaRPr>
            </a:p>
          </p:txBody>
        </p:sp>
      </p:grpSp>
      <p:sp>
        <p:nvSpPr>
          <p:cNvPr id="1005668464" name="PlaceHolder 1"/>
          <p:cNvSpPr>
            <a:spLocks noGrp="1"/>
          </p:cNvSpPr>
          <p:nvPr>
            <p:ph type="title"/>
          </p:nvPr>
        </p:nvSpPr>
        <p:spPr bwMode="auto">
          <a:xfrm>
            <a:off x="609120" y="273600"/>
            <a:ext cx="10969200" cy="11444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p>
            <a:pPr indent="0">
              <a:buNone/>
              <a:defRPr/>
            </a:pPr>
            <a:r>
              <a:rPr lang="en-US" sz="1800" b="0" u="none" strike="noStrike">
                <a:solidFill>
                  <a:srgbClr val="FFFFFF"/>
                </a:solidFill>
                <a:latin typeface="Arial"/>
              </a:rPr>
              <a:t>Click to edit the title text format</a:t>
            </a:r>
            <a:endParaRPr lang="en-US" sz="1800" b="0" u="none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252691523" name="PlaceHolder 2"/>
          <p:cNvSpPr>
            <a:spLocks noGrp="1"/>
          </p:cNvSpPr>
          <p:nvPr>
            <p:ph type="ftr" idx="1"/>
          </p:nvPr>
        </p:nvSpPr>
        <p:spPr bwMode="auto">
          <a:xfrm>
            <a:off x="3453480" y="6356520"/>
            <a:ext cx="5280120" cy="363240"/>
          </a:xfrm>
          <a:prstGeom prst="rect">
            <a:avLst/>
          </a:prstGeom>
          <a:noFill/>
          <a:ln w="0">
            <a:noFill/>
          </a:ln>
        </p:spPr>
        <p:txBody>
          <a:bodyPr lIns="122040" tIns="60840" rIns="122040" bIns="6084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en-US" sz="1400" b="0" u="none" strike="noStrike">
                <a:solidFill>
                  <a:srgbClr val="FFFFFF"/>
                </a:solidFill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  <a:defRPr/>
            </a:pPr>
            <a:r>
              <a:rPr lang="en-US" sz="1400" b="0" u="none" strike="noStrike">
                <a:solidFill>
                  <a:srgbClr val="FFFFFF"/>
                </a:solidFill>
                <a:latin typeface="Times New Roman"/>
              </a:rPr>
              <a:t> </a:t>
            </a:r>
            <a:endParaRPr lang="en-US" sz="1400" b="0" u="none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354060766" name="PlaceHolder 3"/>
          <p:cNvSpPr>
            <a:spLocks noGrp="1"/>
          </p:cNvSpPr>
          <p:nvPr>
            <p:ph type="sldNum" idx="2"/>
          </p:nvPr>
        </p:nvSpPr>
        <p:spPr bwMode="auto">
          <a:xfrm>
            <a:off x="10563480" y="6356520"/>
            <a:ext cx="1013760" cy="363240"/>
          </a:xfrm>
          <a:prstGeom prst="rect">
            <a:avLst/>
          </a:prstGeom>
          <a:noFill/>
          <a:ln w="0">
            <a:noFill/>
          </a:ln>
        </p:spPr>
        <p:txBody>
          <a:bodyPr lIns="122040" tIns="60840" rIns="122040" bIns="60840" anchor="ctr">
            <a:noAutofit/>
          </a:bodyPr>
          <a:lstStyle>
            <a:lvl1pPr indent="0" defTabSz="1218960">
              <a:lnSpc>
                <a:spcPct val="100000"/>
              </a:lnSpc>
              <a:buNone/>
              <a:tabLst>
                <a:tab pos="0" algn="l"/>
              </a:tabLst>
              <a:defRPr lang="ru-RU" sz="1200" b="0" u="none" strike="noStrike">
                <a:solidFill>
                  <a:schemeClr val="lt1">
                    <a:tint val="75000"/>
                  </a:schemeClr>
                </a:solidFill>
                <a:latin typeface="Calibri"/>
              </a:defRPr>
            </a:lvl1pPr>
          </a:lstStyle>
          <a:p>
            <a:pPr indent="0" defTabSz="1218960">
              <a:lnSpc>
                <a:spcPct val="100000"/>
              </a:lnSpc>
              <a:buNone/>
              <a:tabLst>
                <a:tab pos="0" algn="l"/>
              </a:tabLst>
              <a:defRPr/>
            </a:pPr>
            <a:fld id="{562579CC-683A-406A-8B82-358D9A582241}" type="slidenum">
              <a:rPr lang="ru-RU" sz="1200" b="0" u="none" strike="noStrike">
                <a:solidFill>
                  <a:schemeClr val="lt1">
                    <a:tint val="75000"/>
                  </a:schemeClr>
                </a:solidFill>
                <a:latin typeface="Calibri"/>
              </a:rPr>
              <a:t>7</a:t>
            </a:fld>
            <a:endParaRPr lang="en-US" sz="1200" b="0" u="none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923646351" name="PlaceHolder 4"/>
          <p:cNvSpPr>
            <a:spLocks noGrp="1"/>
          </p:cNvSpPr>
          <p:nvPr>
            <p:ph type="dt" idx="3"/>
          </p:nvPr>
        </p:nvSpPr>
        <p:spPr bwMode="auto">
          <a:xfrm>
            <a:off x="1218960" y="6356520"/>
            <a:ext cx="2232720" cy="363240"/>
          </a:xfrm>
          <a:prstGeom prst="rect">
            <a:avLst/>
          </a:prstGeom>
          <a:noFill/>
          <a:ln w="0">
            <a:noFill/>
          </a:ln>
        </p:spPr>
        <p:txBody>
          <a:bodyPr lIns="122040" tIns="60840" rIns="122040" bIns="60840" anchor="ctr">
            <a:noAutofit/>
          </a:bodyPr>
          <a:lstStyle>
            <a:lvl1pPr indent="0">
              <a:buNone/>
              <a:defRPr lang="en-US" sz="1400" b="0" u="none" strike="noStrike">
                <a:solidFill>
                  <a:srgbClr val="FFFFFF"/>
                </a:solidFill>
                <a:latin typeface="Times New Roman"/>
              </a:defRPr>
            </a:lvl1pPr>
          </a:lstStyle>
          <a:p>
            <a:pPr indent="0">
              <a:buNone/>
              <a:defRPr/>
            </a:pPr>
            <a:r>
              <a:rPr lang="en-US" sz="1400" b="0" u="none" strike="noStrike">
                <a:solidFill>
                  <a:srgbClr val="FFFFFF"/>
                </a:solidFill>
                <a:latin typeface="Times New Roman"/>
              </a:rPr>
              <a:t> </a:t>
            </a:r>
            <a:endParaRPr lang="en-US" sz="1400" b="0" u="none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84606583" name="PlaceHolder 5"/>
          <p:cNvSpPr>
            <a:spLocks noGrp="1"/>
          </p:cNvSpPr>
          <p:nvPr>
            <p:ph type="body"/>
          </p:nvPr>
        </p:nvSpPr>
        <p:spPr bwMode="auto">
          <a:xfrm>
            <a:off x="609120" y="1604520"/>
            <a:ext cx="1096956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FFFFFF"/>
              </a:buClr>
              <a:buSzPct val="45000"/>
              <a:buFont typeface="Wingdings"/>
              <a:buChar char=""/>
              <a:defRPr/>
            </a:pPr>
            <a:r>
              <a:rPr lang="en-US" sz="3200" b="0" u="none" strike="noStrike">
                <a:solidFill>
                  <a:srgbClr val="FFFFFF"/>
                </a:solidFill>
                <a:latin typeface="Arial"/>
              </a:rPr>
              <a:t>Click to edit the outline text format</a:t>
            </a:r>
            <a:endParaRPr lang="en-US" sz="3200" b="0" u="none" strike="noStrike">
              <a:solidFill>
                <a:srgbClr val="FFFFFF"/>
              </a:solidFill>
              <a:latin typeface="Arial"/>
            </a:endParaRPr>
          </a:p>
          <a:p>
            <a:pPr marL="864000" lvl="1" indent="-324000">
              <a:spcBef>
                <a:spcPts val="1134"/>
              </a:spcBef>
              <a:buClr>
                <a:srgbClr val="FFFFFF"/>
              </a:buClr>
              <a:buSzPct val="75000"/>
              <a:buFont typeface="Symbol"/>
              <a:buChar char=""/>
              <a:defRPr/>
            </a:pPr>
            <a:r>
              <a:rPr lang="en-US" sz="2800" b="0" u="none" strike="noStrike">
                <a:solidFill>
                  <a:srgbClr val="FFFFFF"/>
                </a:solidFill>
                <a:latin typeface="Arial"/>
              </a:rPr>
              <a:t>Second Outline Level</a:t>
            </a:r>
            <a:endParaRPr lang="en-US" sz="2800" b="0" u="none" strike="noStrike">
              <a:solidFill>
                <a:srgbClr val="FFFFFF"/>
              </a:solidFill>
              <a:latin typeface="Arial"/>
            </a:endParaRPr>
          </a:p>
          <a:p>
            <a:pPr marL="1296000" lvl="2" indent="-288000">
              <a:spcBef>
                <a:spcPts val="850"/>
              </a:spcBef>
              <a:buClr>
                <a:srgbClr val="FFFFFF"/>
              </a:buClr>
              <a:buSzPct val="45000"/>
              <a:buFont typeface="Wingdings"/>
              <a:buChar char=""/>
              <a:defRPr/>
            </a:pPr>
            <a:r>
              <a:rPr lang="en-US" sz="2400" b="0" u="none" strike="noStrike">
                <a:solidFill>
                  <a:srgbClr val="FFFFFF"/>
                </a:solidFill>
                <a:latin typeface="Arial"/>
              </a:rPr>
              <a:t>Third Outline Level</a:t>
            </a:r>
            <a:endParaRPr lang="en-US" sz="2400" b="0" u="none" strike="noStrike">
              <a:solidFill>
                <a:srgbClr val="FFFFFF"/>
              </a:solidFill>
              <a:latin typeface="Arial"/>
            </a:endParaRPr>
          </a:p>
          <a:p>
            <a:pPr marL="1728000" lvl="3" indent="-216000">
              <a:spcBef>
                <a:spcPts val="567"/>
              </a:spcBef>
              <a:buClr>
                <a:srgbClr val="FFFFFF"/>
              </a:buClr>
              <a:buSzPct val="75000"/>
              <a:buFont typeface="Symbol"/>
              <a:buChar char=""/>
              <a:defRPr/>
            </a:pPr>
            <a:r>
              <a:rPr lang="en-US" sz="2000" b="0" u="none" strike="noStrike">
                <a:solidFill>
                  <a:srgbClr val="FFFFFF"/>
                </a:solidFill>
                <a:latin typeface="Arial"/>
              </a:rPr>
              <a:t>Fourth Outline Level</a:t>
            </a:r>
            <a:endParaRPr lang="en-US" sz="2000" b="0" u="none" strike="noStrike">
              <a:solidFill>
                <a:srgbClr val="FFFFFF"/>
              </a:solidFill>
              <a:latin typeface="Arial"/>
            </a:endParaRPr>
          </a:p>
          <a:p>
            <a:pPr marL="2160000" lvl="4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/>
              <a:buChar char=""/>
              <a:defRPr/>
            </a:pPr>
            <a:r>
              <a:rPr lang="en-US" sz="2000" b="0" u="none" strike="noStrike">
                <a:solidFill>
                  <a:srgbClr val="FFFFFF"/>
                </a:solidFill>
                <a:latin typeface="Arial"/>
              </a:rPr>
              <a:t>Fifth Outline Level</a:t>
            </a:r>
            <a:endParaRPr lang="en-US" sz="2000" b="0" u="none" strike="noStrike">
              <a:solidFill>
                <a:srgbClr val="FFFFFF"/>
              </a:solidFill>
              <a:latin typeface="Arial"/>
            </a:endParaRPr>
          </a:p>
          <a:p>
            <a:pPr marL="2592000" lvl="5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/>
              <a:buChar char=""/>
              <a:defRPr/>
            </a:pPr>
            <a:r>
              <a:rPr lang="en-US" sz="2000" b="0" u="none" strike="noStrike">
                <a:solidFill>
                  <a:srgbClr val="FFFFFF"/>
                </a:solidFill>
                <a:latin typeface="Arial"/>
              </a:rPr>
              <a:t>Sixth Outline Level</a:t>
            </a:r>
            <a:endParaRPr lang="en-US" sz="2000" b="0" u="none" strike="noStrike">
              <a:solidFill>
                <a:srgbClr val="FFFFFF"/>
              </a:solidFill>
              <a:latin typeface="Arial"/>
            </a:endParaRPr>
          </a:p>
          <a:p>
            <a:pPr marL="3024000" lvl="6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/>
              <a:buChar char=""/>
              <a:defRPr/>
            </a:pPr>
            <a:r>
              <a:rPr lang="en-US" sz="2000" b="0" u="none" strike="noStrike">
                <a:solidFill>
                  <a:srgbClr val="FFFFFF"/>
                </a:solidFill>
                <a:latin typeface="Arial"/>
              </a:rPr>
              <a:t>Seventh Outline Level</a:t>
            </a:r>
            <a:endParaRPr lang="en-US" sz="2000" b="0" u="none" strike="noStrike">
              <a:solidFill>
                <a:srgbClr val="FFFFFF"/>
              </a:solidFill>
              <a:latin typeface="Arial"/>
            </a:endParaRPr>
          </a:p>
        </p:txBody>
      </p:sp>
    </p:spTree>
  </p:cSld>
  <p:clrMap bg1="dk1" tx1="lt1" bg2="dk2" tx2="lt2" accent1="accent1" accent2="accent2" accent3="accent3" accent4="accent4" accent5="accent5" accent6="accent6" hlink="hlink" folHlink="folHlink"/>
  <p:sldLayoutIdLst>
    <p:sldLayoutId id="2147483649" r:id="rId1"/>
  </p:sldLayoutIdLst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preserve="0">
  <p:cSld name="">
    <p:bg>
      <p:bgPr shadeToTitle="0">
        <a:gradFill rotWithShape="0">
          <a:gsLst>
            <a:gs pos="0">
              <a:srgbClr val="000000"/>
            </a:gs>
            <a:gs pos="85000">
              <a:srgbClr val="0E1830"/>
            </a:gs>
            <a:gs pos="100000">
              <a:srgbClr val="142141"/>
            </a:gs>
          </a:gsLst>
          <a:lin ang="3600000" scaled="1"/>
        </a:gra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grpSp>
        <p:nvGrpSpPr>
          <p:cNvPr id="1365418053" name="линии слева"/>
          <p:cNvGrpSpPr/>
          <p:nvPr/>
        </p:nvGrpSpPr>
        <p:grpSpPr bwMode="auto">
          <a:xfrm>
            <a:off x="-15840" y="-3240"/>
            <a:ext cx="818280" cy="5227560"/>
            <a:chOff x="-15840" y="-3240"/>
            <a:chExt cx="818280" cy="5227560"/>
          </a:xfrm>
        </p:grpSpPr>
        <p:sp>
          <p:nvSpPr>
            <p:cNvPr id="20" name="Полилиния 9"/>
            <p:cNvSpPr/>
            <p:nvPr/>
          </p:nvSpPr>
          <p:spPr bwMode="auto">
            <a:xfrm>
              <a:off x="-12600" y="0"/>
              <a:ext cx="815040" cy="5224320"/>
            </a:xfrm>
            <a:custGeom>
              <a:avLst/>
              <a:gdLst>
                <a:gd name="textAreaLeft" fmla="*/ 0 w 815040"/>
                <a:gd name="textAreaRight" fmla="*/ 816840 w 815040"/>
                <a:gd name="textAreaTop" fmla="*/ 0 h 5224320"/>
                <a:gd name="textAreaBottom" fmla="*/ 5226120 h 5224320"/>
              </a:gdLst>
              <a:ahLst/>
              <a:cxnLst/>
              <a:rect l="textAreaLeft" t="textAreaTop" r="textAreaRight" b="textAreaBottom"/>
              <a:pathLst>
                <a:path w="612775" h="3919538" fill="norm" stroke="1" extrusionOk="0">
                  <a:moveTo>
                    <a:pt x="0" y="3919538"/>
                  </a:moveTo>
                  <a:lnTo>
                    <a:pt x="612775" y="2984500"/>
                  </a:lnTo>
                  <a:lnTo>
                    <a:pt x="612775" y="0"/>
                  </a:lnTo>
                </a:path>
              </a:pathLst>
            </a:custGeom>
            <a:noFill/>
            <a:ln w="38100">
              <a:solidFill>
                <a:srgbClr val="007373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tIns="45000" rIns="90000" bIns="45000" anchor="ctr">
              <a:noAutofit/>
            </a:bodyPr>
            <a:p>
              <a:pPr algn="ctr" defTabSz="1218960">
                <a:lnSpc>
                  <a:spcPct val="100000"/>
                </a:lnSpc>
                <a:defRPr/>
              </a:pPr>
              <a:endParaRPr lang="ru-RU" sz="2400" b="0" u="none" strike="noStrike">
                <a:solidFill>
                  <a:schemeClr val="lt1"/>
                </a:solidFill>
                <a:latin typeface="Calibri"/>
              </a:endParaRPr>
            </a:p>
          </p:txBody>
        </p:sp>
        <p:sp>
          <p:nvSpPr>
            <p:cNvPr id="21" name="Полилиния 10"/>
            <p:cNvSpPr/>
            <p:nvPr/>
          </p:nvSpPr>
          <p:spPr bwMode="auto">
            <a:xfrm>
              <a:off x="-15840" y="0"/>
              <a:ext cx="545760" cy="4560840"/>
            </a:xfrm>
            <a:custGeom>
              <a:avLst/>
              <a:gdLst>
                <a:gd name="textAreaLeft" fmla="*/ 0 w 545760"/>
                <a:gd name="textAreaRight" fmla="*/ 547560 w 545760"/>
                <a:gd name="textAreaTop" fmla="*/ 0 h 4560840"/>
                <a:gd name="textAreaBottom" fmla="*/ 4562640 h 4560840"/>
              </a:gdLst>
              <a:ahLst/>
              <a:cxnLst/>
              <a:rect l="textAreaLeft" t="textAreaTop" r="textAreaRight" b="textAreaBottom"/>
              <a:pathLst>
                <a:path w="410751" h="3421856" fill="norm" stroke="1" extrusionOk="0">
                  <a:moveTo>
                    <a:pt x="0" y="3421856"/>
                  </a:moveTo>
                  <a:lnTo>
                    <a:pt x="410751" y="2798680"/>
                  </a:lnTo>
                  <a:lnTo>
                    <a:pt x="409575" y="0"/>
                  </a:lnTo>
                </a:path>
              </a:pathLst>
            </a:custGeom>
            <a:noFill/>
            <a:ln w="28575">
              <a:solidFill>
                <a:srgbClr val="007373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tIns="45000" rIns="90000" bIns="45000" anchor="ctr">
              <a:noAutofit/>
            </a:bodyPr>
            <a:p>
              <a:pPr algn="ctr" defTabSz="1218960">
                <a:lnSpc>
                  <a:spcPct val="100000"/>
                </a:lnSpc>
                <a:defRPr/>
              </a:pPr>
              <a:endParaRPr lang="ru-RU" sz="2400" b="0" u="none" strike="noStrike">
                <a:solidFill>
                  <a:schemeClr val="lt1"/>
                </a:solidFill>
                <a:latin typeface="Calibri"/>
              </a:endParaRPr>
            </a:p>
          </p:txBody>
        </p:sp>
        <p:sp>
          <p:nvSpPr>
            <p:cNvPr id="22" name="Полилиния 13"/>
            <p:cNvSpPr/>
            <p:nvPr/>
          </p:nvSpPr>
          <p:spPr bwMode="auto">
            <a:xfrm>
              <a:off x="-9360" y="-3240"/>
              <a:ext cx="316800" cy="3966840"/>
            </a:xfrm>
            <a:custGeom>
              <a:avLst/>
              <a:gdLst>
                <a:gd name="textAreaLeft" fmla="*/ 0 w 316800"/>
                <a:gd name="textAreaRight" fmla="*/ 318600 w 316800"/>
                <a:gd name="textAreaTop" fmla="*/ 0 h 3966840"/>
                <a:gd name="textAreaBottom" fmla="*/ 3968640 h 3966840"/>
              </a:gdLst>
              <a:ahLst/>
              <a:cxnLst/>
              <a:rect l="textAreaLeft" t="textAreaTop" r="textAreaRight" b="textAreaBottom"/>
              <a:pathLst>
                <a:path w="238919" h="2976561" fill="norm" stroke="1" extrusionOk="0">
                  <a:moveTo>
                    <a:pt x="0" y="2976561"/>
                  </a:moveTo>
                  <a:lnTo>
                    <a:pt x="238919" y="2616170"/>
                  </a:lnTo>
                  <a:cubicBezTo>
                    <a:pt x="238654" y="1744113"/>
                    <a:pt x="238390" y="872057"/>
                    <a:pt x="238125" y="0"/>
                  </a:cubicBezTo>
                </a:path>
              </a:pathLst>
            </a:custGeom>
            <a:noFill/>
            <a:ln>
              <a:solidFill>
                <a:srgbClr val="004D4D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tIns="45000" rIns="90000" bIns="45000" anchor="ctr">
              <a:noAutofit/>
            </a:bodyPr>
            <a:p>
              <a:pPr algn="ctr" defTabSz="1218960">
                <a:lnSpc>
                  <a:spcPct val="100000"/>
                </a:lnSpc>
                <a:defRPr/>
              </a:pPr>
              <a:endParaRPr lang="ru-RU" sz="2400" b="0" u="none" strike="noStrike">
                <a:solidFill>
                  <a:schemeClr val="lt1"/>
                </a:solidFill>
                <a:latin typeface="Calibri"/>
              </a:endParaRPr>
            </a:p>
          </p:txBody>
        </p:sp>
      </p:grpSp>
      <p:sp>
        <p:nvSpPr>
          <p:cNvPr id="571145603" name="PlaceHolder 1"/>
          <p:cNvSpPr>
            <a:spLocks noGrp="1"/>
          </p:cNvSpPr>
          <p:nvPr>
            <p:ph type="ftr" idx="4"/>
          </p:nvPr>
        </p:nvSpPr>
        <p:spPr bwMode="auto">
          <a:xfrm>
            <a:off x="3453480" y="6356520"/>
            <a:ext cx="5280120" cy="363240"/>
          </a:xfrm>
          <a:prstGeom prst="rect">
            <a:avLst/>
          </a:prstGeom>
          <a:noFill/>
          <a:ln w="0">
            <a:noFill/>
          </a:ln>
        </p:spPr>
        <p:txBody>
          <a:bodyPr lIns="122040" tIns="60840" rIns="122040" bIns="6084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en-US" sz="1400" b="0" u="none" strike="noStrike">
                <a:solidFill>
                  <a:srgbClr val="FFFFFF"/>
                </a:solidFill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  <a:defRPr/>
            </a:pPr>
            <a:r>
              <a:rPr lang="en-US" sz="1400" b="0" u="none" strike="noStrike">
                <a:solidFill>
                  <a:srgbClr val="FFFFFF"/>
                </a:solidFill>
                <a:latin typeface="Times New Roman"/>
              </a:rPr>
              <a:t> </a:t>
            </a:r>
            <a:endParaRPr lang="en-US" sz="1400" b="0" u="none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216786639" name="PlaceHolder 2"/>
          <p:cNvSpPr>
            <a:spLocks noGrp="1"/>
          </p:cNvSpPr>
          <p:nvPr>
            <p:ph type="sldNum" idx="5"/>
          </p:nvPr>
        </p:nvSpPr>
        <p:spPr bwMode="auto">
          <a:xfrm>
            <a:off x="10563480" y="6356520"/>
            <a:ext cx="1013760" cy="363240"/>
          </a:xfrm>
          <a:prstGeom prst="rect">
            <a:avLst/>
          </a:prstGeom>
          <a:noFill/>
          <a:ln w="0">
            <a:noFill/>
          </a:ln>
        </p:spPr>
        <p:txBody>
          <a:bodyPr lIns="122040" tIns="60840" rIns="122040" bIns="60840" anchor="ctr">
            <a:noAutofit/>
          </a:bodyPr>
          <a:lstStyle>
            <a:lvl1pPr indent="0" defTabSz="1218960">
              <a:lnSpc>
                <a:spcPct val="100000"/>
              </a:lnSpc>
              <a:buNone/>
              <a:tabLst>
                <a:tab pos="0" algn="l"/>
              </a:tabLst>
              <a:defRPr lang="ru-RU" sz="1200" b="0" u="none" strike="noStrike">
                <a:solidFill>
                  <a:schemeClr val="lt1">
                    <a:tint val="75000"/>
                  </a:schemeClr>
                </a:solidFill>
                <a:latin typeface="Calibri"/>
              </a:defRPr>
            </a:lvl1pPr>
          </a:lstStyle>
          <a:p>
            <a:pPr indent="0" defTabSz="1218960">
              <a:lnSpc>
                <a:spcPct val="100000"/>
              </a:lnSpc>
              <a:buNone/>
              <a:tabLst>
                <a:tab pos="0" algn="l"/>
              </a:tabLst>
              <a:defRPr/>
            </a:pPr>
            <a:fld id="{1A15E4C1-0822-480C-B9CA-E581C89E1555}" type="slidenum">
              <a:rPr lang="ru-RU" sz="1200" b="0" u="none" strike="noStrike">
                <a:solidFill>
                  <a:schemeClr val="lt1">
                    <a:tint val="75000"/>
                  </a:schemeClr>
                </a:solidFill>
                <a:latin typeface="Calibri"/>
              </a:rPr>
              <a:t>1</a:t>
            </a:fld>
            <a:endParaRPr lang="en-US" sz="1200" b="0" u="none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531605339" name="PlaceHolder 3"/>
          <p:cNvSpPr>
            <a:spLocks noGrp="1"/>
          </p:cNvSpPr>
          <p:nvPr>
            <p:ph type="dt" idx="6"/>
          </p:nvPr>
        </p:nvSpPr>
        <p:spPr bwMode="auto">
          <a:xfrm>
            <a:off x="1218960" y="6356520"/>
            <a:ext cx="2232720" cy="363240"/>
          </a:xfrm>
          <a:prstGeom prst="rect">
            <a:avLst/>
          </a:prstGeom>
          <a:noFill/>
          <a:ln w="0">
            <a:noFill/>
          </a:ln>
        </p:spPr>
        <p:txBody>
          <a:bodyPr lIns="122040" tIns="60840" rIns="122040" bIns="60840" anchor="ctr">
            <a:noAutofit/>
          </a:bodyPr>
          <a:lstStyle>
            <a:lvl1pPr indent="0">
              <a:buNone/>
              <a:defRPr lang="en-US" sz="1400" b="0" u="none" strike="noStrike">
                <a:solidFill>
                  <a:srgbClr val="FFFFFF"/>
                </a:solidFill>
                <a:latin typeface="Times New Roman"/>
              </a:defRPr>
            </a:lvl1pPr>
          </a:lstStyle>
          <a:p>
            <a:pPr indent="0">
              <a:buNone/>
              <a:defRPr/>
            </a:pPr>
            <a:r>
              <a:rPr lang="en-US" sz="1400" b="0" u="none" strike="noStrike">
                <a:solidFill>
                  <a:srgbClr val="FFFFFF"/>
                </a:solidFill>
                <a:latin typeface="Times New Roman"/>
              </a:rPr>
              <a:t> </a:t>
            </a:r>
            <a:endParaRPr lang="en-US" sz="1400" b="0" u="none" strike="noStrike">
              <a:solidFill>
                <a:srgbClr val="FFFFFF"/>
              </a:solidFill>
              <a:latin typeface="Times New Roman"/>
            </a:endParaRPr>
          </a:p>
        </p:txBody>
      </p:sp>
    </p:spTree>
  </p:cSld>
  <p:clrMap bg1="dk1" tx1="lt1" bg2="dk2" tx2="lt2" accent1="accent1" accent2="accent2" accent3="accent3" accent4="accent4" accent5="accent5" accent6="accent6" hlink="hlink" folHlink="folHlink"/>
  <p:sldLayoutIdLst>
    <p:sldLayoutId id="2147483651" r:id="rId1"/>
  </p:sldLayoutIdLst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preserve="0">
  <p:cSld name="">
    <p:bg>
      <p:bgPr shadeToTitle="0">
        <a:gradFill rotWithShape="0">
          <a:gsLst>
            <a:gs pos="0">
              <a:srgbClr val="000000"/>
            </a:gs>
            <a:gs pos="85000">
              <a:srgbClr val="0E1830"/>
            </a:gs>
            <a:gs pos="100000">
              <a:srgbClr val="142141"/>
            </a:gs>
          </a:gsLst>
          <a:lin ang="3600000" scaled="1"/>
        </a:gra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grpSp>
        <p:nvGrpSpPr>
          <p:cNvPr id="169097474" name="линии слева"/>
          <p:cNvGrpSpPr/>
          <p:nvPr/>
        </p:nvGrpSpPr>
        <p:grpSpPr bwMode="auto">
          <a:xfrm>
            <a:off x="-15840" y="-3240"/>
            <a:ext cx="818280" cy="5227560"/>
            <a:chOff x="-15840" y="-3240"/>
            <a:chExt cx="818280" cy="5227560"/>
          </a:xfrm>
        </p:grpSpPr>
        <p:sp>
          <p:nvSpPr>
            <p:cNvPr id="27" name="Полилиния 9"/>
            <p:cNvSpPr/>
            <p:nvPr/>
          </p:nvSpPr>
          <p:spPr bwMode="auto">
            <a:xfrm>
              <a:off x="-12600" y="0"/>
              <a:ext cx="815040" cy="5224320"/>
            </a:xfrm>
            <a:custGeom>
              <a:avLst/>
              <a:gdLst>
                <a:gd name="textAreaLeft" fmla="*/ 0 w 815040"/>
                <a:gd name="textAreaRight" fmla="*/ 816840 w 815040"/>
                <a:gd name="textAreaTop" fmla="*/ 0 h 5224320"/>
                <a:gd name="textAreaBottom" fmla="*/ 5226120 h 5224320"/>
              </a:gdLst>
              <a:ahLst/>
              <a:cxnLst/>
              <a:rect l="textAreaLeft" t="textAreaTop" r="textAreaRight" b="textAreaBottom"/>
              <a:pathLst>
                <a:path w="612775" h="3919538" fill="norm" stroke="1" extrusionOk="0">
                  <a:moveTo>
                    <a:pt x="0" y="3919538"/>
                  </a:moveTo>
                  <a:lnTo>
                    <a:pt x="612775" y="2984500"/>
                  </a:lnTo>
                  <a:lnTo>
                    <a:pt x="612775" y="0"/>
                  </a:lnTo>
                </a:path>
              </a:pathLst>
            </a:custGeom>
            <a:noFill/>
            <a:ln w="38100">
              <a:solidFill>
                <a:srgbClr val="007373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tIns="45000" rIns="90000" bIns="45000" anchor="ctr">
              <a:noAutofit/>
            </a:bodyPr>
            <a:p>
              <a:pPr algn="ctr" defTabSz="1218960">
                <a:lnSpc>
                  <a:spcPct val="100000"/>
                </a:lnSpc>
                <a:defRPr/>
              </a:pPr>
              <a:endParaRPr lang="ru-RU" sz="2400" b="0" u="none" strike="noStrike">
                <a:solidFill>
                  <a:schemeClr val="lt1"/>
                </a:solidFill>
                <a:latin typeface="Calibri"/>
              </a:endParaRPr>
            </a:p>
          </p:txBody>
        </p:sp>
        <p:sp>
          <p:nvSpPr>
            <p:cNvPr id="28" name="Полилиния 10"/>
            <p:cNvSpPr/>
            <p:nvPr/>
          </p:nvSpPr>
          <p:spPr bwMode="auto">
            <a:xfrm>
              <a:off x="-15840" y="0"/>
              <a:ext cx="545760" cy="4560840"/>
            </a:xfrm>
            <a:custGeom>
              <a:avLst/>
              <a:gdLst>
                <a:gd name="textAreaLeft" fmla="*/ 0 w 545760"/>
                <a:gd name="textAreaRight" fmla="*/ 547560 w 545760"/>
                <a:gd name="textAreaTop" fmla="*/ 0 h 4560840"/>
                <a:gd name="textAreaBottom" fmla="*/ 4562640 h 4560840"/>
              </a:gdLst>
              <a:ahLst/>
              <a:cxnLst/>
              <a:rect l="textAreaLeft" t="textAreaTop" r="textAreaRight" b="textAreaBottom"/>
              <a:pathLst>
                <a:path w="410751" h="3421856" fill="norm" stroke="1" extrusionOk="0">
                  <a:moveTo>
                    <a:pt x="0" y="3421856"/>
                  </a:moveTo>
                  <a:lnTo>
                    <a:pt x="410751" y="2798680"/>
                  </a:lnTo>
                  <a:lnTo>
                    <a:pt x="409575" y="0"/>
                  </a:lnTo>
                </a:path>
              </a:pathLst>
            </a:custGeom>
            <a:noFill/>
            <a:ln w="28575">
              <a:solidFill>
                <a:srgbClr val="007373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tIns="45000" rIns="90000" bIns="45000" anchor="ctr">
              <a:noAutofit/>
            </a:bodyPr>
            <a:p>
              <a:pPr algn="ctr" defTabSz="1218960">
                <a:lnSpc>
                  <a:spcPct val="100000"/>
                </a:lnSpc>
                <a:defRPr/>
              </a:pPr>
              <a:endParaRPr lang="ru-RU" sz="2400" b="0" u="none" strike="noStrike">
                <a:solidFill>
                  <a:schemeClr val="lt1"/>
                </a:solidFill>
                <a:latin typeface="Calibri"/>
              </a:endParaRPr>
            </a:p>
          </p:txBody>
        </p:sp>
        <p:sp>
          <p:nvSpPr>
            <p:cNvPr id="29" name="Полилиния 13"/>
            <p:cNvSpPr/>
            <p:nvPr/>
          </p:nvSpPr>
          <p:spPr bwMode="auto">
            <a:xfrm>
              <a:off x="-9360" y="-3240"/>
              <a:ext cx="316800" cy="3966840"/>
            </a:xfrm>
            <a:custGeom>
              <a:avLst/>
              <a:gdLst>
                <a:gd name="textAreaLeft" fmla="*/ 0 w 316800"/>
                <a:gd name="textAreaRight" fmla="*/ 318600 w 316800"/>
                <a:gd name="textAreaTop" fmla="*/ 0 h 3966840"/>
                <a:gd name="textAreaBottom" fmla="*/ 3968640 h 3966840"/>
              </a:gdLst>
              <a:ahLst/>
              <a:cxnLst/>
              <a:rect l="textAreaLeft" t="textAreaTop" r="textAreaRight" b="textAreaBottom"/>
              <a:pathLst>
                <a:path w="238919" h="2976561" fill="norm" stroke="1" extrusionOk="0">
                  <a:moveTo>
                    <a:pt x="0" y="2976561"/>
                  </a:moveTo>
                  <a:lnTo>
                    <a:pt x="238919" y="2616170"/>
                  </a:lnTo>
                  <a:cubicBezTo>
                    <a:pt x="238654" y="1744113"/>
                    <a:pt x="238390" y="872057"/>
                    <a:pt x="238125" y="0"/>
                  </a:cubicBezTo>
                </a:path>
              </a:pathLst>
            </a:custGeom>
            <a:noFill/>
            <a:ln>
              <a:solidFill>
                <a:srgbClr val="004D4D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tIns="45000" rIns="90000" bIns="45000" anchor="ctr">
              <a:noAutofit/>
            </a:bodyPr>
            <a:p>
              <a:pPr algn="ctr" defTabSz="1218960">
                <a:lnSpc>
                  <a:spcPct val="100000"/>
                </a:lnSpc>
                <a:defRPr/>
              </a:pPr>
              <a:endParaRPr lang="ru-RU" sz="2400" b="0" u="none" strike="noStrike">
                <a:solidFill>
                  <a:schemeClr val="lt1"/>
                </a:solidFill>
                <a:latin typeface="Calibri"/>
              </a:endParaRPr>
            </a:p>
          </p:txBody>
        </p:sp>
      </p:grpSp>
      <p:sp>
        <p:nvSpPr>
          <p:cNvPr id="1155731726" name="PlaceHolder 1"/>
          <p:cNvSpPr>
            <a:spLocks noGrp="1"/>
          </p:cNvSpPr>
          <p:nvPr>
            <p:ph type="ftr" idx="7"/>
          </p:nvPr>
        </p:nvSpPr>
        <p:spPr bwMode="auto">
          <a:xfrm>
            <a:off x="3453480" y="6356520"/>
            <a:ext cx="5280120" cy="363240"/>
          </a:xfrm>
          <a:prstGeom prst="rect">
            <a:avLst/>
          </a:prstGeom>
          <a:noFill/>
          <a:ln w="0">
            <a:noFill/>
          </a:ln>
        </p:spPr>
        <p:txBody>
          <a:bodyPr lIns="122040" tIns="60840" rIns="122040" bIns="6084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en-US" sz="1400" b="0" u="none" strike="noStrike">
                <a:solidFill>
                  <a:srgbClr val="FFFFFF"/>
                </a:solidFill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  <a:defRPr/>
            </a:pPr>
            <a:r>
              <a:rPr lang="en-US" sz="1400" b="0" u="none" strike="noStrike">
                <a:solidFill>
                  <a:srgbClr val="FFFFFF"/>
                </a:solidFill>
                <a:latin typeface="Times New Roman"/>
              </a:rPr>
              <a:t> </a:t>
            </a:r>
            <a:endParaRPr lang="en-US" sz="1400" b="0" u="none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204064308" name="PlaceHolder 2"/>
          <p:cNvSpPr>
            <a:spLocks noGrp="1"/>
          </p:cNvSpPr>
          <p:nvPr>
            <p:ph type="sldNum" idx="8"/>
          </p:nvPr>
        </p:nvSpPr>
        <p:spPr bwMode="auto">
          <a:xfrm>
            <a:off x="10563480" y="6356520"/>
            <a:ext cx="1013760" cy="363240"/>
          </a:xfrm>
          <a:prstGeom prst="rect">
            <a:avLst/>
          </a:prstGeom>
          <a:noFill/>
          <a:ln w="0">
            <a:noFill/>
          </a:ln>
        </p:spPr>
        <p:txBody>
          <a:bodyPr lIns="122040" tIns="60840" rIns="122040" bIns="60840" anchor="ctr">
            <a:noAutofit/>
          </a:bodyPr>
          <a:lstStyle>
            <a:lvl1pPr indent="0" defTabSz="1218960">
              <a:lnSpc>
                <a:spcPct val="100000"/>
              </a:lnSpc>
              <a:buNone/>
              <a:tabLst>
                <a:tab pos="0" algn="l"/>
              </a:tabLst>
              <a:defRPr lang="ru-RU" sz="1200" b="0" u="none" strike="noStrike">
                <a:solidFill>
                  <a:schemeClr val="lt1">
                    <a:tint val="75000"/>
                  </a:schemeClr>
                </a:solidFill>
                <a:latin typeface="Calibri"/>
              </a:defRPr>
            </a:lvl1pPr>
          </a:lstStyle>
          <a:p>
            <a:pPr indent="0" defTabSz="1218960">
              <a:lnSpc>
                <a:spcPct val="100000"/>
              </a:lnSpc>
              <a:buNone/>
              <a:tabLst>
                <a:tab pos="0" algn="l"/>
              </a:tabLst>
              <a:defRPr/>
            </a:pPr>
            <a:fld id="{C162D761-1FE4-4490-B18D-36CE5473CA6E}" type="slidenum">
              <a:rPr lang="ru-RU" sz="1200" b="0" u="none" strike="noStrike">
                <a:solidFill>
                  <a:schemeClr val="lt1">
                    <a:tint val="75000"/>
                  </a:schemeClr>
                </a:solidFill>
                <a:latin typeface="Calibri"/>
              </a:rPr>
              <a:t>1</a:t>
            </a:fld>
            <a:endParaRPr lang="en-US" sz="1200" b="0" u="none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677480868" name="PlaceHolder 3"/>
          <p:cNvSpPr>
            <a:spLocks noGrp="1"/>
          </p:cNvSpPr>
          <p:nvPr>
            <p:ph type="dt" idx="9"/>
          </p:nvPr>
        </p:nvSpPr>
        <p:spPr bwMode="auto">
          <a:xfrm>
            <a:off x="1218960" y="6356520"/>
            <a:ext cx="2232720" cy="363240"/>
          </a:xfrm>
          <a:prstGeom prst="rect">
            <a:avLst/>
          </a:prstGeom>
          <a:noFill/>
          <a:ln w="0">
            <a:noFill/>
          </a:ln>
        </p:spPr>
        <p:txBody>
          <a:bodyPr lIns="122040" tIns="60840" rIns="122040" bIns="60840" anchor="ctr">
            <a:noAutofit/>
          </a:bodyPr>
          <a:lstStyle>
            <a:lvl1pPr indent="0">
              <a:buNone/>
              <a:defRPr lang="en-US" sz="1400" b="0" u="none" strike="noStrike">
                <a:solidFill>
                  <a:srgbClr val="FFFFFF"/>
                </a:solidFill>
                <a:latin typeface="Times New Roman"/>
              </a:defRPr>
            </a:lvl1pPr>
          </a:lstStyle>
          <a:p>
            <a:pPr indent="0">
              <a:buNone/>
              <a:defRPr/>
            </a:pPr>
            <a:r>
              <a:rPr lang="en-US" sz="1400" b="0" u="none" strike="noStrike">
                <a:solidFill>
                  <a:srgbClr val="FFFFFF"/>
                </a:solidFill>
                <a:latin typeface="Times New Roman"/>
              </a:rPr>
              <a:t> </a:t>
            </a:r>
            <a:endParaRPr lang="en-US" sz="1400" b="0" u="none" strike="noStrike">
              <a:solidFill>
                <a:srgbClr val="FFFFFF"/>
              </a:solidFill>
              <a:latin typeface="Times New Roman"/>
            </a:endParaRPr>
          </a:p>
        </p:txBody>
      </p:sp>
    </p:spTree>
  </p:cSld>
  <p:clrMap bg1="dk1" tx1="lt1" bg2="dk2" tx2="lt2" accent1="accent1" accent2="accent2" accent3="accent3" accent4="accent4" accent5="accent5" accent6="accent6" hlink="hlink" folHlink="folHlink"/>
  <p:sldLayoutIdLst>
    <p:sldLayoutId id="2147483653" r:id="rId1"/>
  </p:sldLayoutIdLst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preserve="0">
  <p:cSld name="">
    <p:bg>
      <p:bgPr shadeToTitle="0">
        <a:gradFill rotWithShape="0">
          <a:gsLst>
            <a:gs pos="0">
              <a:srgbClr val="000000"/>
            </a:gs>
            <a:gs pos="85000">
              <a:srgbClr val="0E1830"/>
            </a:gs>
            <a:gs pos="100000">
              <a:srgbClr val="142141"/>
            </a:gs>
          </a:gsLst>
          <a:lin ang="3600000" scaled="1"/>
        </a:gra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grpSp>
        <p:nvGrpSpPr>
          <p:cNvPr id="2103518537" name="линии слева"/>
          <p:cNvGrpSpPr/>
          <p:nvPr/>
        </p:nvGrpSpPr>
        <p:grpSpPr bwMode="auto">
          <a:xfrm>
            <a:off x="-15840" y="-3240"/>
            <a:ext cx="818280" cy="5227560"/>
            <a:chOff x="-15840" y="-3240"/>
            <a:chExt cx="818280" cy="5227560"/>
          </a:xfrm>
        </p:grpSpPr>
        <p:sp>
          <p:nvSpPr>
            <p:cNvPr id="34" name="Полилиния 9"/>
            <p:cNvSpPr/>
            <p:nvPr/>
          </p:nvSpPr>
          <p:spPr bwMode="auto">
            <a:xfrm>
              <a:off x="-12600" y="0"/>
              <a:ext cx="815040" cy="5224320"/>
            </a:xfrm>
            <a:custGeom>
              <a:avLst/>
              <a:gdLst>
                <a:gd name="textAreaLeft" fmla="*/ 0 w 815040"/>
                <a:gd name="textAreaRight" fmla="*/ 816840 w 815040"/>
                <a:gd name="textAreaTop" fmla="*/ 0 h 5224320"/>
                <a:gd name="textAreaBottom" fmla="*/ 5226120 h 5224320"/>
              </a:gdLst>
              <a:ahLst/>
              <a:cxnLst/>
              <a:rect l="textAreaLeft" t="textAreaTop" r="textAreaRight" b="textAreaBottom"/>
              <a:pathLst>
                <a:path w="612775" h="3919538" fill="norm" stroke="1" extrusionOk="0">
                  <a:moveTo>
                    <a:pt x="0" y="3919538"/>
                  </a:moveTo>
                  <a:lnTo>
                    <a:pt x="612775" y="2984500"/>
                  </a:lnTo>
                  <a:lnTo>
                    <a:pt x="612775" y="0"/>
                  </a:lnTo>
                </a:path>
              </a:pathLst>
            </a:custGeom>
            <a:noFill/>
            <a:ln w="38100">
              <a:solidFill>
                <a:srgbClr val="007373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tIns="45000" rIns="90000" bIns="45000" anchor="ctr">
              <a:noAutofit/>
            </a:bodyPr>
            <a:p>
              <a:pPr algn="ctr" defTabSz="1218960">
                <a:lnSpc>
                  <a:spcPct val="100000"/>
                </a:lnSpc>
                <a:defRPr/>
              </a:pPr>
              <a:endParaRPr lang="ru-RU" sz="2400" b="0" u="none" strike="noStrike">
                <a:solidFill>
                  <a:schemeClr val="lt1"/>
                </a:solidFill>
                <a:latin typeface="Calibri"/>
              </a:endParaRPr>
            </a:p>
          </p:txBody>
        </p:sp>
        <p:sp>
          <p:nvSpPr>
            <p:cNvPr id="35" name="Полилиния 10"/>
            <p:cNvSpPr/>
            <p:nvPr/>
          </p:nvSpPr>
          <p:spPr bwMode="auto">
            <a:xfrm>
              <a:off x="-15840" y="0"/>
              <a:ext cx="545760" cy="4560840"/>
            </a:xfrm>
            <a:custGeom>
              <a:avLst/>
              <a:gdLst>
                <a:gd name="textAreaLeft" fmla="*/ 0 w 545760"/>
                <a:gd name="textAreaRight" fmla="*/ 547560 w 545760"/>
                <a:gd name="textAreaTop" fmla="*/ 0 h 4560840"/>
                <a:gd name="textAreaBottom" fmla="*/ 4562640 h 4560840"/>
              </a:gdLst>
              <a:ahLst/>
              <a:cxnLst/>
              <a:rect l="textAreaLeft" t="textAreaTop" r="textAreaRight" b="textAreaBottom"/>
              <a:pathLst>
                <a:path w="410751" h="3421856" fill="norm" stroke="1" extrusionOk="0">
                  <a:moveTo>
                    <a:pt x="0" y="3421856"/>
                  </a:moveTo>
                  <a:lnTo>
                    <a:pt x="410751" y="2798680"/>
                  </a:lnTo>
                  <a:lnTo>
                    <a:pt x="409575" y="0"/>
                  </a:lnTo>
                </a:path>
              </a:pathLst>
            </a:custGeom>
            <a:noFill/>
            <a:ln w="28575">
              <a:solidFill>
                <a:srgbClr val="007373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tIns="45000" rIns="90000" bIns="45000" anchor="ctr">
              <a:noAutofit/>
            </a:bodyPr>
            <a:p>
              <a:pPr algn="ctr" defTabSz="1218960">
                <a:lnSpc>
                  <a:spcPct val="100000"/>
                </a:lnSpc>
                <a:defRPr/>
              </a:pPr>
              <a:endParaRPr lang="ru-RU" sz="2400" b="0" u="none" strike="noStrike">
                <a:solidFill>
                  <a:schemeClr val="lt1"/>
                </a:solidFill>
                <a:latin typeface="Calibri"/>
              </a:endParaRPr>
            </a:p>
          </p:txBody>
        </p:sp>
        <p:sp>
          <p:nvSpPr>
            <p:cNvPr id="36" name="Полилиния 13"/>
            <p:cNvSpPr/>
            <p:nvPr/>
          </p:nvSpPr>
          <p:spPr bwMode="auto">
            <a:xfrm>
              <a:off x="-9360" y="-3240"/>
              <a:ext cx="316800" cy="3966840"/>
            </a:xfrm>
            <a:custGeom>
              <a:avLst/>
              <a:gdLst>
                <a:gd name="textAreaLeft" fmla="*/ 0 w 316800"/>
                <a:gd name="textAreaRight" fmla="*/ 318600 w 316800"/>
                <a:gd name="textAreaTop" fmla="*/ 0 h 3966840"/>
                <a:gd name="textAreaBottom" fmla="*/ 3968640 h 3966840"/>
              </a:gdLst>
              <a:ahLst/>
              <a:cxnLst/>
              <a:rect l="textAreaLeft" t="textAreaTop" r="textAreaRight" b="textAreaBottom"/>
              <a:pathLst>
                <a:path w="238919" h="2976561" fill="norm" stroke="1" extrusionOk="0">
                  <a:moveTo>
                    <a:pt x="0" y="2976561"/>
                  </a:moveTo>
                  <a:lnTo>
                    <a:pt x="238919" y="2616170"/>
                  </a:lnTo>
                  <a:cubicBezTo>
                    <a:pt x="238654" y="1744113"/>
                    <a:pt x="238390" y="872057"/>
                    <a:pt x="238125" y="0"/>
                  </a:cubicBezTo>
                </a:path>
              </a:pathLst>
            </a:custGeom>
            <a:noFill/>
            <a:ln>
              <a:solidFill>
                <a:srgbClr val="004D4D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tIns="45000" rIns="90000" bIns="45000" anchor="ctr">
              <a:noAutofit/>
            </a:bodyPr>
            <a:p>
              <a:pPr algn="ctr" defTabSz="1218960">
                <a:lnSpc>
                  <a:spcPct val="100000"/>
                </a:lnSpc>
                <a:defRPr/>
              </a:pPr>
              <a:endParaRPr lang="ru-RU" sz="2400" b="0" u="none" strike="noStrike">
                <a:solidFill>
                  <a:schemeClr val="lt1"/>
                </a:solidFill>
                <a:latin typeface="Calibri"/>
              </a:endParaRPr>
            </a:p>
          </p:txBody>
        </p:sp>
      </p:grpSp>
      <p:sp>
        <p:nvSpPr>
          <p:cNvPr id="1264091668" name="PlaceHolder 1"/>
          <p:cNvSpPr>
            <a:spLocks noGrp="1"/>
          </p:cNvSpPr>
          <p:nvPr>
            <p:ph type="title"/>
          </p:nvPr>
        </p:nvSpPr>
        <p:spPr bwMode="auto">
          <a:xfrm>
            <a:off x="609120" y="273600"/>
            <a:ext cx="10969200" cy="11444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p>
            <a:pPr indent="0">
              <a:buNone/>
              <a:defRPr/>
            </a:pPr>
            <a:r>
              <a:rPr lang="en-US" sz="1800" b="0" u="none" strike="noStrike">
                <a:solidFill>
                  <a:srgbClr val="FFFFFF"/>
                </a:solidFill>
                <a:latin typeface="Arial"/>
              </a:rPr>
              <a:t>Click to edit the title text format</a:t>
            </a:r>
            <a:endParaRPr lang="en-US" sz="1800" b="0" u="none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464420751" name="PlaceHolder 2"/>
          <p:cNvSpPr>
            <a:spLocks noGrp="1"/>
          </p:cNvSpPr>
          <p:nvPr>
            <p:ph type="body"/>
          </p:nvPr>
        </p:nvSpPr>
        <p:spPr bwMode="auto">
          <a:xfrm>
            <a:off x="609120" y="1604520"/>
            <a:ext cx="10969200" cy="39769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FFFFFF"/>
              </a:buClr>
              <a:buSzPct val="45000"/>
              <a:buFont typeface="Wingdings"/>
              <a:buChar char=""/>
              <a:defRPr/>
            </a:pPr>
            <a:r>
              <a:rPr lang="en-US" sz="1800" b="0" u="none" strike="noStrike">
                <a:solidFill>
                  <a:srgbClr val="FFFFFF"/>
                </a:solidFill>
                <a:latin typeface="Arial"/>
              </a:rPr>
              <a:t>Click to edit the outline text format</a:t>
            </a:r>
            <a:endParaRPr lang="en-US" sz="1800" b="0" u="none" strike="noStrike">
              <a:solidFill>
                <a:srgbClr val="FFFFFF"/>
              </a:solidFill>
              <a:latin typeface="Arial"/>
            </a:endParaRPr>
          </a:p>
          <a:p>
            <a:pPr marL="864000" lvl="1" indent="-324000">
              <a:spcBef>
                <a:spcPts val="1134"/>
              </a:spcBef>
              <a:buClr>
                <a:srgbClr val="FFFFFF"/>
              </a:buClr>
              <a:buSzPct val="75000"/>
              <a:buFont typeface="Symbol"/>
              <a:buChar char=""/>
              <a:defRPr/>
            </a:pPr>
            <a:r>
              <a:rPr lang="en-US" sz="1800" b="0" u="none" strike="noStrike">
                <a:solidFill>
                  <a:srgbClr val="FFFFFF"/>
                </a:solidFill>
                <a:latin typeface="Arial"/>
              </a:rPr>
              <a:t>Second Outline Level</a:t>
            </a:r>
            <a:endParaRPr lang="en-US" sz="1800" b="0" u="none" strike="noStrike">
              <a:solidFill>
                <a:srgbClr val="FFFFFF"/>
              </a:solidFill>
              <a:latin typeface="Arial"/>
            </a:endParaRPr>
          </a:p>
          <a:p>
            <a:pPr marL="1296000" lvl="2" indent="-288000">
              <a:spcBef>
                <a:spcPts val="850"/>
              </a:spcBef>
              <a:buClr>
                <a:srgbClr val="FFFFFF"/>
              </a:buClr>
              <a:buSzPct val="45000"/>
              <a:buFont typeface="Wingdings"/>
              <a:buChar char=""/>
              <a:defRPr/>
            </a:pPr>
            <a:r>
              <a:rPr lang="en-US" sz="1800" b="0" u="none" strike="noStrike">
                <a:solidFill>
                  <a:srgbClr val="FFFFFF"/>
                </a:solidFill>
                <a:latin typeface="Arial"/>
              </a:rPr>
              <a:t>Third Outline Level</a:t>
            </a:r>
            <a:endParaRPr lang="en-US" sz="1800" b="0" u="none" strike="noStrike">
              <a:solidFill>
                <a:srgbClr val="FFFFFF"/>
              </a:solidFill>
              <a:latin typeface="Arial"/>
            </a:endParaRPr>
          </a:p>
          <a:p>
            <a:pPr marL="1728000" lvl="3" indent="-216000">
              <a:spcBef>
                <a:spcPts val="567"/>
              </a:spcBef>
              <a:buClr>
                <a:srgbClr val="FFFFFF"/>
              </a:buClr>
              <a:buSzPct val="75000"/>
              <a:buFont typeface="Symbol"/>
              <a:buChar char=""/>
              <a:defRPr/>
            </a:pPr>
            <a:r>
              <a:rPr lang="en-US" sz="1800" b="0" u="none" strike="noStrike">
                <a:solidFill>
                  <a:srgbClr val="FFFFFF"/>
                </a:solidFill>
                <a:latin typeface="Arial"/>
              </a:rPr>
              <a:t>Fourth Outline Level</a:t>
            </a:r>
            <a:endParaRPr lang="en-US" sz="1800" b="0" u="none" strike="noStrike">
              <a:solidFill>
                <a:srgbClr val="FFFFFF"/>
              </a:solidFill>
              <a:latin typeface="Arial"/>
            </a:endParaRPr>
          </a:p>
          <a:p>
            <a:pPr marL="2160000" lvl="4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/>
              <a:buChar char=""/>
              <a:defRPr/>
            </a:pPr>
            <a:r>
              <a:rPr lang="en-US" sz="1800" b="0" u="none" strike="noStrike">
                <a:solidFill>
                  <a:srgbClr val="FFFFFF"/>
                </a:solidFill>
                <a:latin typeface="Arial"/>
              </a:rPr>
              <a:t>Fifth Outline Level</a:t>
            </a:r>
            <a:endParaRPr lang="en-US" sz="1800" b="0" u="none" strike="noStrike">
              <a:solidFill>
                <a:srgbClr val="FFFFFF"/>
              </a:solidFill>
              <a:latin typeface="Arial"/>
            </a:endParaRPr>
          </a:p>
          <a:p>
            <a:pPr marL="2592000" lvl="5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/>
              <a:buChar char=""/>
              <a:defRPr/>
            </a:pPr>
            <a:r>
              <a:rPr lang="en-US" sz="1800" b="0" u="none" strike="noStrike">
                <a:solidFill>
                  <a:srgbClr val="FFFFFF"/>
                </a:solidFill>
                <a:latin typeface="Arial"/>
              </a:rPr>
              <a:t>Sixth Outline Level</a:t>
            </a:r>
            <a:endParaRPr lang="en-US" sz="1800" b="0" u="none" strike="noStrike">
              <a:solidFill>
                <a:srgbClr val="FFFFFF"/>
              </a:solidFill>
              <a:latin typeface="Arial"/>
            </a:endParaRPr>
          </a:p>
          <a:p>
            <a:pPr marL="3024000" lvl="6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/>
              <a:buChar char=""/>
              <a:defRPr/>
            </a:pPr>
            <a:r>
              <a:rPr lang="en-US" sz="1800" b="0" u="none" strike="noStrike">
                <a:solidFill>
                  <a:srgbClr val="FFFFFF"/>
                </a:solidFill>
                <a:latin typeface="Arial"/>
              </a:rPr>
              <a:t>Seventh Outline Level</a:t>
            </a:r>
            <a:endParaRPr lang="en-US" sz="1800" b="0" u="none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693791976" name="PlaceHolder 3"/>
          <p:cNvSpPr>
            <a:spLocks noGrp="1"/>
          </p:cNvSpPr>
          <p:nvPr>
            <p:ph type="ftr" idx="10"/>
          </p:nvPr>
        </p:nvSpPr>
        <p:spPr bwMode="auto">
          <a:xfrm>
            <a:off x="3453480" y="6356520"/>
            <a:ext cx="5280120" cy="363240"/>
          </a:xfrm>
          <a:prstGeom prst="rect">
            <a:avLst/>
          </a:prstGeom>
          <a:noFill/>
          <a:ln w="0">
            <a:noFill/>
          </a:ln>
        </p:spPr>
        <p:txBody>
          <a:bodyPr lIns="122040" tIns="60840" rIns="122040" bIns="6084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en-US" sz="1400" b="0" u="none" strike="noStrike">
                <a:solidFill>
                  <a:srgbClr val="FFFFFF"/>
                </a:solidFill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  <a:defRPr/>
            </a:pPr>
            <a:r>
              <a:rPr lang="en-US" sz="1400" b="0" u="none" strike="noStrike">
                <a:solidFill>
                  <a:srgbClr val="FFFFFF"/>
                </a:solidFill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12667524" name="PlaceHolder 4"/>
          <p:cNvSpPr>
            <a:spLocks noGrp="1"/>
          </p:cNvSpPr>
          <p:nvPr>
            <p:ph type="sldNum" idx="11"/>
          </p:nvPr>
        </p:nvSpPr>
        <p:spPr bwMode="auto">
          <a:xfrm>
            <a:off x="10563480" y="6356520"/>
            <a:ext cx="1013760" cy="363240"/>
          </a:xfrm>
          <a:prstGeom prst="rect">
            <a:avLst/>
          </a:prstGeom>
          <a:noFill/>
          <a:ln w="0">
            <a:noFill/>
          </a:ln>
        </p:spPr>
        <p:txBody>
          <a:bodyPr lIns="122040" tIns="60840" rIns="122040" bIns="60840" anchor="ctr">
            <a:noAutofit/>
          </a:bodyPr>
          <a:lstStyle>
            <a:lvl1pPr indent="0" defTabSz="1218960">
              <a:lnSpc>
                <a:spcPct val="100000"/>
              </a:lnSpc>
              <a:buNone/>
              <a:tabLst>
                <a:tab pos="0" algn="l"/>
              </a:tabLst>
              <a:defRPr lang="ru-RU" sz="1200" b="0" u="none" strike="noStrike">
                <a:solidFill>
                  <a:schemeClr val="lt1">
                    <a:tint val="75000"/>
                  </a:schemeClr>
                </a:solidFill>
                <a:latin typeface="Calibri"/>
              </a:defRPr>
            </a:lvl1pPr>
          </a:lstStyle>
          <a:p>
            <a:pPr indent="0" defTabSz="1218960">
              <a:lnSpc>
                <a:spcPct val="100000"/>
              </a:lnSpc>
              <a:buNone/>
              <a:tabLst>
                <a:tab pos="0" algn="l"/>
              </a:tabLst>
              <a:defRPr/>
            </a:pPr>
            <a:fld id="{3CC1EA5C-B74F-46C9-A580-41DF653E4ABA}" type="slidenum">
              <a:rPr lang="ru-RU" sz="1200" b="0" u="none" strike="noStrike">
                <a:solidFill>
                  <a:schemeClr val="lt1">
                    <a:tint val="75000"/>
                  </a:schemeClr>
                </a:solidFill>
                <a:latin typeface="Calibri"/>
              </a:rPr>
              <a:t>&lt;number&gt;</a:t>
            </a:fld>
            <a:endParaRPr lang="en-US" sz="1200" b="0" u="none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595697245" name="PlaceHolder 5"/>
          <p:cNvSpPr>
            <a:spLocks noGrp="1"/>
          </p:cNvSpPr>
          <p:nvPr>
            <p:ph type="dt" idx="12"/>
          </p:nvPr>
        </p:nvSpPr>
        <p:spPr bwMode="auto">
          <a:xfrm>
            <a:off x="1218960" y="6356520"/>
            <a:ext cx="2232720" cy="363240"/>
          </a:xfrm>
          <a:prstGeom prst="rect">
            <a:avLst/>
          </a:prstGeom>
          <a:noFill/>
          <a:ln w="0">
            <a:noFill/>
          </a:ln>
        </p:spPr>
        <p:txBody>
          <a:bodyPr lIns="122040" tIns="60840" rIns="122040" bIns="60840" anchor="ctr">
            <a:noAutofit/>
          </a:bodyPr>
          <a:lstStyle>
            <a:lvl1pPr indent="0">
              <a:buNone/>
              <a:defRPr lang="en-US" sz="1400" b="0" u="none" strike="noStrike">
                <a:solidFill>
                  <a:srgbClr val="FFFFFF"/>
                </a:solidFill>
                <a:latin typeface="Times New Roman"/>
              </a:defRPr>
            </a:lvl1pPr>
          </a:lstStyle>
          <a:p>
            <a:pPr indent="0">
              <a:buNone/>
              <a:defRPr/>
            </a:pPr>
            <a:r>
              <a:rPr lang="en-US" sz="1400" b="0" u="none" strike="noStrike">
                <a:solidFill>
                  <a:srgbClr val="FFFFFF"/>
                </a:solidFill>
                <a:latin typeface="Times New Roman"/>
              </a:rPr>
              <a:t>&lt;date/time&gt;</a:t>
            </a:r>
            <a:endParaRPr lang="en-US" sz="1400" b="0" u="none" strike="noStrike">
              <a:solidFill>
                <a:srgbClr val="FFFFFF"/>
              </a:solidFill>
              <a:latin typeface="Times New Roman"/>
            </a:endParaRPr>
          </a:p>
        </p:txBody>
      </p:sp>
    </p:spTree>
  </p:cSld>
  <p:clrMap bg1="dk1" tx1="lt1" bg2="dk2" tx2="lt2" accent1="accent1" accent2="accent2" accent3="accent3" accent4="accent4" accent5="accent5" accent6="accent6" hlink="hlink" folHlink="folHlink"/>
  <p:sldLayoutIdLst>
    <p:sldLayoutId id="2147483655" r:id="rId1"/>
  </p:sldLayoutIdLst>
</p:sldMaster>
</file>

<file path=ppt/slideMasters/slideMaster5.xml><?xml version="1.0" encoding="utf-8"?>
<p:sld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preserve="0">
  <p:cSld name="">
    <p:bg>
      <p:bgPr shadeToTitle="0">
        <a:gradFill rotWithShape="0">
          <a:gsLst>
            <a:gs pos="0">
              <a:srgbClr val="000000"/>
            </a:gs>
            <a:gs pos="85000">
              <a:srgbClr val="0E1830"/>
            </a:gs>
            <a:gs pos="100000">
              <a:srgbClr val="142141"/>
            </a:gs>
          </a:gsLst>
          <a:lin ang="3600000" scaled="1"/>
        </a:gra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grpSp>
        <p:nvGrpSpPr>
          <p:cNvPr id="1648187459" name="линии слева"/>
          <p:cNvGrpSpPr/>
          <p:nvPr/>
        </p:nvGrpSpPr>
        <p:grpSpPr bwMode="auto">
          <a:xfrm>
            <a:off x="-15840" y="-3240"/>
            <a:ext cx="818280" cy="5227560"/>
            <a:chOff x="-15840" y="-3240"/>
            <a:chExt cx="818280" cy="5227560"/>
          </a:xfrm>
        </p:grpSpPr>
        <p:sp>
          <p:nvSpPr>
            <p:cNvPr id="45" name="Полилиния 9"/>
            <p:cNvSpPr/>
            <p:nvPr/>
          </p:nvSpPr>
          <p:spPr bwMode="auto">
            <a:xfrm>
              <a:off x="-12600" y="0"/>
              <a:ext cx="815040" cy="5224320"/>
            </a:xfrm>
            <a:custGeom>
              <a:avLst/>
              <a:gdLst>
                <a:gd name="textAreaLeft" fmla="*/ 0 w 815040"/>
                <a:gd name="textAreaRight" fmla="*/ 816840 w 815040"/>
                <a:gd name="textAreaTop" fmla="*/ 0 h 5224320"/>
                <a:gd name="textAreaBottom" fmla="*/ 5226120 h 5224320"/>
              </a:gdLst>
              <a:ahLst/>
              <a:cxnLst/>
              <a:rect l="textAreaLeft" t="textAreaTop" r="textAreaRight" b="textAreaBottom"/>
              <a:pathLst>
                <a:path w="612775" h="3919538" fill="norm" stroke="1" extrusionOk="0">
                  <a:moveTo>
                    <a:pt x="0" y="3919538"/>
                  </a:moveTo>
                  <a:lnTo>
                    <a:pt x="612775" y="2984500"/>
                  </a:lnTo>
                  <a:lnTo>
                    <a:pt x="612775" y="0"/>
                  </a:lnTo>
                </a:path>
              </a:pathLst>
            </a:custGeom>
            <a:noFill/>
            <a:ln w="38100">
              <a:solidFill>
                <a:srgbClr val="007373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tIns="45000" rIns="90000" bIns="45000" anchor="ctr">
              <a:noAutofit/>
            </a:bodyPr>
            <a:p>
              <a:pPr algn="ctr" defTabSz="1218960">
                <a:lnSpc>
                  <a:spcPct val="100000"/>
                </a:lnSpc>
                <a:defRPr/>
              </a:pPr>
              <a:endParaRPr lang="ru-RU" sz="2400" b="0" u="none" strike="noStrike">
                <a:solidFill>
                  <a:schemeClr val="lt1"/>
                </a:solidFill>
                <a:latin typeface="Calibri"/>
              </a:endParaRPr>
            </a:p>
          </p:txBody>
        </p:sp>
        <p:sp>
          <p:nvSpPr>
            <p:cNvPr id="46" name="Полилиния 10"/>
            <p:cNvSpPr/>
            <p:nvPr/>
          </p:nvSpPr>
          <p:spPr bwMode="auto">
            <a:xfrm>
              <a:off x="-15840" y="0"/>
              <a:ext cx="545760" cy="4560840"/>
            </a:xfrm>
            <a:custGeom>
              <a:avLst/>
              <a:gdLst>
                <a:gd name="textAreaLeft" fmla="*/ 0 w 545760"/>
                <a:gd name="textAreaRight" fmla="*/ 547560 w 545760"/>
                <a:gd name="textAreaTop" fmla="*/ 0 h 4560840"/>
                <a:gd name="textAreaBottom" fmla="*/ 4562640 h 4560840"/>
              </a:gdLst>
              <a:ahLst/>
              <a:cxnLst/>
              <a:rect l="textAreaLeft" t="textAreaTop" r="textAreaRight" b="textAreaBottom"/>
              <a:pathLst>
                <a:path w="410751" h="3421856" fill="norm" stroke="1" extrusionOk="0">
                  <a:moveTo>
                    <a:pt x="0" y="3421856"/>
                  </a:moveTo>
                  <a:lnTo>
                    <a:pt x="410751" y="2798680"/>
                  </a:lnTo>
                  <a:lnTo>
                    <a:pt x="409575" y="0"/>
                  </a:lnTo>
                </a:path>
              </a:pathLst>
            </a:custGeom>
            <a:noFill/>
            <a:ln w="28575">
              <a:solidFill>
                <a:srgbClr val="007373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tIns="45000" rIns="90000" bIns="45000" anchor="ctr">
              <a:noAutofit/>
            </a:bodyPr>
            <a:p>
              <a:pPr algn="ctr" defTabSz="1218960">
                <a:lnSpc>
                  <a:spcPct val="100000"/>
                </a:lnSpc>
                <a:defRPr/>
              </a:pPr>
              <a:endParaRPr lang="ru-RU" sz="2400" b="0" u="none" strike="noStrike">
                <a:solidFill>
                  <a:schemeClr val="lt1"/>
                </a:solidFill>
                <a:latin typeface="Calibri"/>
              </a:endParaRPr>
            </a:p>
          </p:txBody>
        </p:sp>
        <p:sp>
          <p:nvSpPr>
            <p:cNvPr id="47" name="Полилиния 13"/>
            <p:cNvSpPr/>
            <p:nvPr/>
          </p:nvSpPr>
          <p:spPr bwMode="auto">
            <a:xfrm>
              <a:off x="-9360" y="-3240"/>
              <a:ext cx="316800" cy="3966840"/>
            </a:xfrm>
            <a:custGeom>
              <a:avLst/>
              <a:gdLst>
                <a:gd name="textAreaLeft" fmla="*/ 0 w 316800"/>
                <a:gd name="textAreaRight" fmla="*/ 318600 w 316800"/>
                <a:gd name="textAreaTop" fmla="*/ 0 h 3966840"/>
                <a:gd name="textAreaBottom" fmla="*/ 3968640 h 3966840"/>
              </a:gdLst>
              <a:ahLst/>
              <a:cxnLst/>
              <a:rect l="textAreaLeft" t="textAreaTop" r="textAreaRight" b="textAreaBottom"/>
              <a:pathLst>
                <a:path w="238919" h="2976561" fill="norm" stroke="1" extrusionOk="0">
                  <a:moveTo>
                    <a:pt x="0" y="2976561"/>
                  </a:moveTo>
                  <a:lnTo>
                    <a:pt x="238919" y="2616170"/>
                  </a:lnTo>
                  <a:cubicBezTo>
                    <a:pt x="238654" y="1744113"/>
                    <a:pt x="238390" y="872057"/>
                    <a:pt x="238125" y="0"/>
                  </a:cubicBezTo>
                </a:path>
              </a:pathLst>
            </a:custGeom>
            <a:noFill/>
            <a:ln>
              <a:solidFill>
                <a:srgbClr val="004D4D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tIns="45000" rIns="90000" bIns="45000" anchor="ctr">
              <a:noAutofit/>
            </a:bodyPr>
            <a:p>
              <a:pPr algn="ctr" defTabSz="1218960">
                <a:lnSpc>
                  <a:spcPct val="100000"/>
                </a:lnSpc>
                <a:defRPr/>
              </a:pPr>
              <a:endParaRPr lang="ru-RU" sz="2400" b="0" u="none" strike="noStrike">
                <a:solidFill>
                  <a:schemeClr val="lt1"/>
                </a:solidFill>
                <a:latin typeface="Calibri"/>
              </a:endParaRPr>
            </a:p>
          </p:txBody>
        </p:sp>
      </p:grpSp>
      <p:grpSp>
        <p:nvGrpSpPr>
          <p:cNvPr id="1212681341" name="диагонали"/>
          <p:cNvGrpSpPr/>
          <p:nvPr/>
        </p:nvGrpSpPr>
        <p:grpSpPr bwMode="auto">
          <a:xfrm>
            <a:off x="7516440" y="4145040"/>
            <a:ext cx="4687560" cy="2732760"/>
            <a:chOff x="7516440" y="4145040"/>
            <a:chExt cx="4687560" cy="2732760"/>
          </a:xfrm>
        </p:grpSpPr>
        <p:cxnSp>
          <p:nvCxnSpPr>
            <p:cNvPr id="49" name="Прямая соединительная линия 11"/>
            <p:cNvCxnSpPr/>
            <p:nvPr/>
          </p:nvCxnSpPr>
          <p:spPr bwMode="auto">
            <a:xfrm flipV="1">
              <a:off x="7516440" y="4145040"/>
              <a:ext cx="4687920" cy="2718000"/>
            </a:xfrm>
            <a:prstGeom prst="straightConnector1">
              <a:avLst/>
            </a:prstGeom>
            <a:ln w="38100">
              <a:solidFill>
                <a:srgbClr val="007373"/>
              </a:solidFill>
              <a:round/>
            </a:ln>
          </p:spPr>
        </p:cxnSp>
        <p:cxnSp>
          <p:nvCxnSpPr>
            <p:cNvPr id="50" name="Прямая соединительная линия 12"/>
            <p:cNvCxnSpPr/>
            <p:nvPr/>
          </p:nvCxnSpPr>
          <p:spPr bwMode="auto">
            <a:xfrm flipV="1">
              <a:off x="8003880" y="4444920"/>
              <a:ext cx="4200480" cy="2433240"/>
            </a:xfrm>
            <a:prstGeom prst="straightConnector1">
              <a:avLst/>
            </a:prstGeom>
            <a:ln w="28575">
              <a:solidFill>
                <a:srgbClr val="007373"/>
              </a:solidFill>
              <a:round/>
            </a:ln>
          </p:spPr>
        </p:cxnSp>
        <p:cxnSp>
          <p:nvCxnSpPr>
            <p:cNvPr id="51" name="Прямая соединительная линия 13"/>
            <p:cNvCxnSpPr/>
            <p:nvPr/>
          </p:nvCxnSpPr>
          <p:spPr bwMode="auto">
            <a:xfrm flipV="1">
              <a:off x="8515440" y="4732920"/>
              <a:ext cx="3688920" cy="2135520"/>
            </a:xfrm>
            <a:prstGeom prst="straightConnector1">
              <a:avLst/>
            </a:prstGeom>
            <a:ln w="0">
              <a:solidFill>
                <a:srgbClr val="004D4D"/>
              </a:solidFill>
            </a:ln>
          </p:spPr>
        </p:cxnSp>
      </p:grpSp>
      <p:sp>
        <p:nvSpPr>
          <p:cNvPr id="1228838238" name="PlaceHolder 1"/>
          <p:cNvSpPr>
            <a:spLocks noGrp="1"/>
          </p:cNvSpPr>
          <p:nvPr>
            <p:ph type="ftr" idx="13"/>
          </p:nvPr>
        </p:nvSpPr>
        <p:spPr bwMode="auto">
          <a:xfrm>
            <a:off x="3453480" y="6356520"/>
            <a:ext cx="5280120" cy="363240"/>
          </a:xfrm>
          <a:prstGeom prst="rect">
            <a:avLst/>
          </a:prstGeom>
          <a:noFill/>
          <a:ln w="0">
            <a:noFill/>
          </a:ln>
        </p:spPr>
        <p:txBody>
          <a:bodyPr lIns="122040" tIns="60840" rIns="122040" bIns="6084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en-US" sz="1400" b="0" u="none" strike="noStrike">
                <a:solidFill>
                  <a:srgbClr val="FFFFFF"/>
                </a:solidFill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  <a:defRPr/>
            </a:pPr>
            <a:r>
              <a:rPr lang="en-US" sz="1400" b="0" u="none" strike="noStrike">
                <a:solidFill>
                  <a:srgbClr val="FFFFFF"/>
                </a:solidFill>
                <a:latin typeface="Times New Roman"/>
              </a:rPr>
              <a:t> </a:t>
            </a:r>
            <a:endParaRPr lang="en-US" sz="1400" b="0" u="none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2120127989" name="PlaceHolder 2"/>
          <p:cNvSpPr>
            <a:spLocks noGrp="1"/>
          </p:cNvSpPr>
          <p:nvPr>
            <p:ph type="sldNum" idx="14"/>
          </p:nvPr>
        </p:nvSpPr>
        <p:spPr bwMode="auto">
          <a:xfrm>
            <a:off x="10563480" y="6356520"/>
            <a:ext cx="1013760" cy="363240"/>
          </a:xfrm>
          <a:prstGeom prst="rect">
            <a:avLst/>
          </a:prstGeom>
          <a:noFill/>
          <a:ln w="0">
            <a:noFill/>
          </a:ln>
        </p:spPr>
        <p:txBody>
          <a:bodyPr lIns="122040" tIns="60840" rIns="122040" bIns="60840" anchor="ctr">
            <a:noAutofit/>
          </a:bodyPr>
          <a:lstStyle>
            <a:lvl1pPr indent="0" defTabSz="1218960">
              <a:lnSpc>
                <a:spcPct val="100000"/>
              </a:lnSpc>
              <a:buNone/>
              <a:tabLst>
                <a:tab pos="0" algn="l"/>
              </a:tabLst>
              <a:defRPr lang="ru-RU" sz="1200" b="0" u="none" strike="noStrike">
                <a:solidFill>
                  <a:schemeClr val="lt1">
                    <a:tint val="75000"/>
                  </a:schemeClr>
                </a:solidFill>
                <a:latin typeface="Calibri"/>
              </a:defRPr>
            </a:lvl1pPr>
          </a:lstStyle>
          <a:p>
            <a:pPr indent="0" defTabSz="1218960">
              <a:lnSpc>
                <a:spcPct val="100000"/>
              </a:lnSpc>
              <a:buNone/>
              <a:tabLst>
                <a:tab pos="0" algn="l"/>
              </a:tabLst>
              <a:defRPr/>
            </a:pPr>
            <a:fld id="{785AC6C8-CFDC-4AC9-95E8-D3DAF8B58DDB}" type="slidenum">
              <a:rPr lang="ru-RU" sz="1200" b="0" u="none" strike="noStrike">
                <a:solidFill>
                  <a:schemeClr val="lt1">
                    <a:tint val="75000"/>
                  </a:schemeClr>
                </a:solidFill>
                <a:latin typeface="Calibri"/>
              </a:rPr>
              <a:t>1</a:t>
            </a:fld>
            <a:endParaRPr lang="en-US" sz="1200" b="0" u="none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520833714" name="PlaceHolder 3"/>
          <p:cNvSpPr>
            <a:spLocks noGrp="1"/>
          </p:cNvSpPr>
          <p:nvPr>
            <p:ph type="dt" idx="15"/>
          </p:nvPr>
        </p:nvSpPr>
        <p:spPr bwMode="auto">
          <a:xfrm>
            <a:off x="1218960" y="6356520"/>
            <a:ext cx="2232720" cy="363240"/>
          </a:xfrm>
          <a:prstGeom prst="rect">
            <a:avLst/>
          </a:prstGeom>
          <a:noFill/>
          <a:ln w="0">
            <a:noFill/>
          </a:ln>
        </p:spPr>
        <p:txBody>
          <a:bodyPr lIns="122040" tIns="60840" rIns="122040" bIns="60840" anchor="ctr">
            <a:noAutofit/>
          </a:bodyPr>
          <a:lstStyle>
            <a:lvl1pPr indent="0">
              <a:buNone/>
              <a:defRPr lang="en-US" sz="1400" b="0" u="none" strike="noStrike">
                <a:solidFill>
                  <a:srgbClr val="FFFFFF"/>
                </a:solidFill>
                <a:latin typeface="Times New Roman"/>
              </a:defRPr>
            </a:lvl1pPr>
          </a:lstStyle>
          <a:p>
            <a:pPr indent="0">
              <a:buNone/>
              <a:defRPr/>
            </a:pPr>
            <a:r>
              <a:rPr lang="en-US" sz="1400" b="0" u="none" strike="noStrike">
                <a:solidFill>
                  <a:srgbClr val="FFFFFF"/>
                </a:solidFill>
                <a:latin typeface="Times New Roman"/>
              </a:rPr>
              <a:t> </a:t>
            </a:r>
            <a:endParaRPr lang="en-US" sz="1400" b="0" u="none" strike="noStrike">
              <a:solidFill>
                <a:srgbClr val="FFFFFF"/>
              </a:solidFill>
              <a:latin typeface="Times New Roman"/>
            </a:endParaRPr>
          </a:p>
        </p:txBody>
      </p:sp>
    </p:spTree>
  </p:cSld>
  <p:clrMap bg1="dk1" tx1="lt1" bg2="dk2" tx2="lt2" accent1="accent1" accent2="accent2" accent3="accent3" accent4="accent4" accent5="accent5" accent6="accent6" hlink="hlink" folHlink="folHlink"/>
  <p:sldLayoutIdLst>
    <p:sldLayoutId id="2147483657" r:id="rId1"/>
  </p:sldLayoutIdLst>
</p:sldMaster>
</file>

<file path=ppt/slideMasters/slideMaster6.xml><?xml version="1.0" encoding="utf-8"?>
<p:sld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preserve="0">
  <p:cSld name="">
    <p:bg>
      <p:bgPr shadeToTitle="0">
        <a:gradFill rotWithShape="0">
          <a:gsLst>
            <a:gs pos="0">
              <a:srgbClr val="000000"/>
            </a:gs>
            <a:gs pos="85000">
              <a:srgbClr val="0E1830"/>
            </a:gs>
            <a:gs pos="100000">
              <a:srgbClr val="142141"/>
            </a:gs>
          </a:gsLst>
          <a:lin ang="3600000" scaled="1"/>
        </a:gra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grpSp>
        <p:nvGrpSpPr>
          <p:cNvPr id="514042404" name="линии слева"/>
          <p:cNvGrpSpPr/>
          <p:nvPr/>
        </p:nvGrpSpPr>
        <p:grpSpPr bwMode="auto">
          <a:xfrm>
            <a:off x="-15840" y="-3240"/>
            <a:ext cx="818280" cy="5227560"/>
            <a:chOff x="-15840" y="-3240"/>
            <a:chExt cx="818280" cy="5227560"/>
          </a:xfrm>
        </p:grpSpPr>
        <p:sp>
          <p:nvSpPr>
            <p:cNvPr id="56" name="Полилиния 9"/>
            <p:cNvSpPr/>
            <p:nvPr/>
          </p:nvSpPr>
          <p:spPr bwMode="auto">
            <a:xfrm>
              <a:off x="-12600" y="0"/>
              <a:ext cx="815040" cy="5224320"/>
            </a:xfrm>
            <a:custGeom>
              <a:avLst/>
              <a:gdLst>
                <a:gd name="textAreaLeft" fmla="*/ 0 w 815040"/>
                <a:gd name="textAreaRight" fmla="*/ 816840 w 815040"/>
                <a:gd name="textAreaTop" fmla="*/ 0 h 5224320"/>
                <a:gd name="textAreaBottom" fmla="*/ 5226120 h 5224320"/>
              </a:gdLst>
              <a:ahLst/>
              <a:cxnLst/>
              <a:rect l="textAreaLeft" t="textAreaTop" r="textAreaRight" b="textAreaBottom"/>
              <a:pathLst>
                <a:path w="612775" h="3919538" fill="norm" stroke="1" extrusionOk="0">
                  <a:moveTo>
                    <a:pt x="0" y="3919538"/>
                  </a:moveTo>
                  <a:lnTo>
                    <a:pt x="612775" y="2984500"/>
                  </a:lnTo>
                  <a:lnTo>
                    <a:pt x="612775" y="0"/>
                  </a:lnTo>
                </a:path>
              </a:pathLst>
            </a:custGeom>
            <a:noFill/>
            <a:ln w="38100">
              <a:solidFill>
                <a:srgbClr val="007373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tIns="45000" rIns="90000" bIns="45000" anchor="ctr">
              <a:noAutofit/>
            </a:bodyPr>
            <a:p>
              <a:pPr algn="ctr" defTabSz="1218960">
                <a:lnSpc>
                  <a:spcPct val="100000"/>
                </a:lnSpc>
                <a:defRPr/>
              </a:pPr>
              <a:endParaRPr lang="ru-RU" sz="2400" b="0" u="none" strike="noStrike">
                <a:solidFill>
                  <a:schemeClr val="lt1"/>
                </a:solidFill>
                <a:latin typeface="Calibri"/>
              </a:endParaRPr>
            </a:p>
          </p:txBody>
        </p:sp>
        <p:sp>
          <p:nvSpPr>
            <p:cNvPr id="57" name="Полилиния 10"/>
            <p:cNvSpPr/>
            <p:nvPr/>
          </p:nvSpPr>
          <p:spPr bwMode="auto">
            <a:xfrm>
              <a:off x="-15840" y="0"/>
              <a:ext cx="545760" cy="4560840"/>
            </a:xfrm>
            <a:custGeom>
              <a:avLst/>
              <a:gdLst>
                <a:gd name="textAreaLeft" fmla="*/ 0 w 545760"/>
                <a:gd name="textAreaRight" fmla="*/ 547560 w 545760"/>
                <a:gd name="textAreaTop" fmla="*/ 0 h 4560840"/>
                <a:gd name="textAreaBottom" fmla="*/ 4562640 h 4560840"/>
              </a:gdLst>
              <a:ahLst/>
              <a:cxnLst/>
              <a:rect l="textAreaLeft" t="textAreaTop" r="textAreaRight" b="textAreaBottom"/>
              <a:pathLst>
                <a:path w="410751" h="3421856" fill="norm" stroke="1" extrusionOk="0">
                  <a:moveTo>
                    <a:pt x="0" y="3421856"/>
                  </a:moveTo>
                  <a:lnTo>
                    <a:pt x="410751" y="2798680"/>
                  </a:lnTo>
                  <a:lnTo>
                    <a:pt x="409575" y="0"/>
                  </a:lnTo>
                </a:path>
              </a:pathLst>
            </a:custGeom>
            <a:noFill/>
            <a:ln w="28575">
              <a:solidFill>
                <a:srgbClr val="007373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tIns="45000" rIns="90000" bIns="45000" anchor="ctr">
              <a:noAutofit/>
            </a:bodyPr>
            <a:p>
              <a:pPr algn="ctr" defTabSz="1218960">
                <a:lnSpc>
                  <a:spcPct val="100000"/>
                </a:lnSpc>
                <a:defRPr/>
              </a:pPr>
              <a:endParaRPr lang="ru-RU" sz="2400" b="0" u="none" strike="noStrike">
                <a:solidFill>
                  <a:schemeClr val="lt1"/>
                </a:solidFill>
                <a:latin typeface="Calibri"/>
              </a:endParaRPr>
            </a:p>
          </p:txBody>
        </p:sp>
        <p:sp>
          <p:nvSpPr>
            <p:cNvPr id="58" name="Полилиния 13"/>
            <p:cNvSpPr/>
            <p:nvPr/>
          </p:nvSpPr>
          <p:spPr bwMode="auto">
            <a:xfrm>
              <a:off x="-9360" y="-3240"/>
              <a:ext cx="316800" cy="3966840"/>
            </a:xfrm>
            <a:custGeom>
              <a:avLst/>
              <a:gdLst>
                <a:gd name="textAreaLeft" fmla="*/ 0 w 316800"/>
                <a:gd name="textAreaRight" fmla="*/ 318600 w 316800"/>
                <a:gd name="textAreaTop" fmla="*/ 0 h 3966840"/>
                <a:gd name="textAreaBottom" fmla="*/ 3968640 h 3966840"/>
              </a:gdLst>
              <a:ahLst/>
              <a:cxnLst/>
              <a:rect l="textAreaLeft" t="textAreaTop" r="textAreaRight" b="textAreaBottom"/>
              <a:pathLst>
                <a:path w="238919" h="2976561" fill="norm" stroke="1" extrusionOk="0">
                  <a:moveTo>
                    <a:pt x="0" y="2976561"/>
                  </a:moveTo>
                  <a:lnTo>
                    <a:pt x="238919" y="2616170"/>
                  </a:lnTo>
                  <a:cubicBezTo>
                    <a:pt x="238654" y="1744113"/>
                    <a:pt x="238390" y="872057"/>
                    <a:pt x="238125" y="0"/>
                  </a:cubicBezTo>
                </a:path>
              </a:pathLst>
            </a:custGeom>
            <a:noFill/>
            <a:ln>
              <a:solidFill>
                <a:srgbClr val="004D4D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tIns="45000" rIns="90000" bIns="45000" anchor="ctr">
              <a:noAutofit/>
            </a:bodyPr>
            <a:p>
              <a:pPr algn="ctr" defTabSz="1218960">
                <a:lnSpc>
                  <a:spcPct val="100000"/>
                </a:lnSpc>
                <a:defRPr/>
              </a:pPr>
              <a:endParaRPr lang="ru-RU" sz="2400" b="0" u="none" strike="noStrike">
                <a:solidFill>
                  <a:schemeClr val="lt1"/>
                </a:solidFill>
                <a:latin typeface="Calibri"/>
              </a:endParaRPr>
            </a:p>
          </p:txBody>
        </p:sp>
      </p:grpSp>
      <p:sp>
        <p:nvSpPr>
          <p:cNvPr id="1409508116" name="PlaceHolder 1"/>
          <p:cNvSpPr>
            <a:spLocks noGrp="1"/>
          </p:cNvSpPr>
          <p:nvPr>
            <p:ph type="title"/>
          </p:nvPr>
        </p:nvSpPr>
        <p:spPr bwMode="auto">
          <a:xfrm>
            <a:off x="609120" y="273600"/>
            <a:ext cx="10969200" cy="11444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p>
            <a:pPr indent="0">
              <a:buNone/>
              <a:defRPr/>
            </a:pPr>
            <a:r>
              <a:rPr lang="en-US" sz="1800" b="0" u="none" strike="noStrike">
                <a:solidFill>
                  <a:srgbClr val="FFFFFF"/>
                </a:solidFill>
                <a:latin typeface="Arial"/>
              </a:rPr>
              <a:t>Click to edit the title text format</a:t>
            </a:r>
            <a:endParaRPr lang="en-US" sz="1800" b="0" u="none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313929689" name="PlaceHolder 2"/>
          <p:cNvSpPr>
            <a:spLocks noGrp="1"/>
          </p:cNvSpPr>
          <p:nvPr>
            <p:ph type="body"/>
          </p:nvPr>
        </p:nvSpPr>
        <p:spPr bwMode="auto">
          <a:xfrm>
            <a:off x="609120" y="1604520"/>
            <a:ext cx="5352480" cy="39769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FFFFFF"/>
              </a:buClr>
              <a:buSzPct val="45000"/>
              <a:buFont typeface="Wingdings"/>
              <a:buChar char=""/>
              <a:defRPr/>
            </a:pPr>
            <a:r>
              <a:rPr lang="en-US" sz="1800" b="0" u="none" strike="noStrike">
                <a:solidFill>
                  <a:srgbClr val="FFFFFF"/>
                </a:solidFill>
                <a:latin typeface="Arial"/>
              </a:rPr>
              <a:t>Click to edit the outline text format</a:t>
            </a:r>
            <a:endParaRPr lang="en-US" sz="1800" b="0" u="none" strike="noStrike">
              <a:solidFill>
                <a:srgbClr val="FFFFFF"/>
              </a:solidFill>
              <a:latin typeface="Arial"/>
            </a:endParaRPr>
          </a:p>
          <a:p>
            <a:pPr marL="864000" lvl="1" indent="-324000">
              <a:spcBef>
                <a:spcPts val="1134"/>
              </a:spcBef>
              <a:buClr>
                <a:srgbClr val="FFFFFF"/>
              </a:buClr>
              <a:buSzPct val="75000"/>
              <a:buFont typeface="Symbol"/>
              <a:buChar char=""/>
              <a:defRPr/>
            </a:pPr>
            <a:r>
              <a:rPr lang="en-US" sz="1800" b="0" u="none" strike="noStrike">
                <a:solidFill>
                  <a:srgbClr val="FFFFFF"/>
                </a:solidFill>
                <a:latin typeface="Arial"/>
              </a:rPr>
              <a:t>Second Outline Level</a:t>
            </a:r>
            <a:endParaRPr lang="en-US" sz="1800" b="0" u="none" strike="noStrike">
              <a:solidFill>
                <a:srgbClr val="FFFFFF"/>
              </a:solidFill>
              <a:latin typeface="Arial"/>
            </a:endParaRPr>
          </a:p>
          <a:p>
            <a:pPr marL="1296000" lvl="2" indent="-288000">
              <a:spcBef>
                <a:spcPts val="850"/>
              </a:spcBef>
              <a:buClr>
                <a:srgbClr val="FFFFFF"/>
              </a:buClr>
              <a:buSzPct val="45000"/>
              <a:buFont typeface="Wingdings"/>
              <a:buChar char=""/>
              <a:defRPr/>
            </a:pPr>
            <a:r>
              <a:rPr lang="en-US" sz="1800" b="0" u="none" strike="noStrike">
                <a:solidFill>
                  <a:srgbClr val="FFFFFF"/>
                </a:solidFill>
                <a:latin typeface="Arial"/>
              </a:rPr>
              <a:t>Third Outline Level</a:t>
            </a:r>
            <a:endParaRPr lang="en-US" sz="1800" b="0" u="none" strike="noStrike">
              <a:solidFill>
                <a:srgbClr val="FFFFFF"/>
              </a:solidFill>
              <a:latin typeface="Arial"/>
            </a:endParaRPr>
          </a:p>
          <a:p>
            <a:pPr marL="1728000" lvl="3" indent="-216000">
              <a:spcBef>
                <a:spcPts val="567"/>
              </a:spcBef>
              <a:buClr>
                <a:srgbClr val="FFFFFF"/>
              </a:buClr>
              <a:buSzPct val="75000"/>
              <a:buFont typeface="Symbol"/>
              <a:buChar char=""/>
              <a:defRPr/>
            </a:pPr>
            <a:r>
              <a:rPr lang="en-US" sz="1800" b="0" u="none" strike="noStrike">
                <a:solidFill>
                  <a:srgbClr val="FFFFFF"/>
                </a:solidFill>
                <a:latin typeface="Arial"/>
              </a:rPr>
              <a:t>Fourth Outline Level</a:t>
            </a:r>
            <a:endParaRPr lang="en-US" sz="1800" b="0" u="none" strike="noStrike">
              <a:solidFill>
                <a:srgbClr val="FFFFFF"/>
              </a:solidFill>
              <a:latin typeface="Arial"/>
            </a:endParaRPr>
          </a:p>
          <a:p>
            <a:pPr marL="2160000" lvl="4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/>
              <a:buChar char=""/>
              <a:defRPr/>
            </a:pPr>
            <a:r>
              <a:rPr lang="en-US" sz="1800" b="0" u="none" strike="noStrike">
                <a:solidFill>
                  <a:srgbClr val="FFFFFF"/>
                </a:solidFill>
                <a:latin typeface="Arial"/>
              </a:rPr>
              <a:t>Fifth Outline Level</a:t>
            </a:r>
            <a:endParaRPr lang="en-US" sz="1800" b="0" u="none" strike="noStrike">
              <a:solidFill>
                <a:srgbClr val="FFFFFF"/>
              </a:solidFill>
              <a:latin typeface="Arial"/>
            </a:endParaRPr>
          </a:p>
          <a:p>
            <a:pPr marL="2592000" lvl="5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/>
              <a:buChar char=""/>
              <a:defRPr/>
            </a:pPr>
            <a:r>
              <a:rPr lang="en-US" sz="1800" b="0" u="none" strike="noStrike">
                <a:solidFill>
                  <a:srgbClr val="FFFFFF"/>
                </a:solidFill>
                <a:latin typeface="Arial"/>
              </a:rPr>
              <a:t>Sixth Outline Level</a:t>
            </a:r>
            <a:endParaRPr lang="en-US" sz="1800" b="0" u="none" strike="noStrike">
              <a:solidFill>
                <a:srgbClr val="FFFFFF"/>
              </a:solidFill>
              <a:latin typeface="Arial"/>
            </a:endParaRPr>
          </a:p>
          <a:p>
            <a:pPr marL="3024000" lvl="6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/>
              <a:buChar char=""/>
              <a:defRPr/>
            </a:pPr>
            <a:r>
              <a:rPr lang="en-US" sz="1800" b="0" u="none" strike="noStrike">
                <a:solidFill>
                  <a:srgbClr val="FFFFFF"/>
                </a:solidFill>
                <a:latin typeface="Arial"/>
              </a:rPr>
              <a:t>Seventh Outline Level</a:t>
            </a:r>
            <a:endParaRPr lang="en-US" sz="1800" b="0" u="none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28063777" name="PlaceHolder 3"/>
          <p:cNvSpPr>
            <a:spLocks noGrp="1"/>
          </p:cNvSpPr>
          <p:nvPr>
            <p:ph type="body"/>
          </p:nvPr>
        </p:nvSpPr>
        <p:spPr bwMode="auto">
          <a:xfrm>
            <a:off x="6230160" y="1604520"/>
            <a:ext cx="5352480" cy="39769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FFFFFF"/>
              </a:buClr>
              <a:buSzPct val="45000"/>
              <a:buFont typeface="Wingdings"/>
              <a:buChar char=""/>
              <a:defRPr/>
            </a:pPr>
            <a:r>
              <a:rPr lang="en-US" sz="1800" b="0" u="none" strike="noStrike">
                <a:solidFill>
                  <a:srgbClr val="FFFFFF"/>
                </a:solidFill>
                <a:latin typeface="Arial"/>
              </a:rPr>
              <a:t>Click to edit the outline text format</a:t>
            </a:r>
            <a:endParaRPr lang="en-US" sz="1800" b="0" u="none" strike="noStrike">
              <a:solidFill>
                <a:srgbClr val="FFFFFF"/>
              </a:solidFill>
              <a:latin typeface="Arial"/>
            </a:endParaRPr>
          </a:p>
          <a:p>
            <a:pPr marL="864000" lvl="1" indent="-324000">
              <a:spcBef>
                <a:spcPts val="1134"/>
              </a:spcBef>
              <a:buClr>
                <a:srgbClr val="FFFFFF"/>
              </a:buClr>
              <a:buSzPct val="75000"/>
              <a:buFont typeface="Symbol"/>
              <a:buChar char=""/>
              <a:defRPr/>
            </a:pPr>
            <a:r>
              <a:rPr lang="en-US" sz="1800" b="0" u="none" strike="noStrike">
                <a:solidFill>
                  <a:srgbClr val="FFFFFF"/>
                </a:solidFill>
                <a:latin typeface="Arial"/>
              </a:rPr>
              <a:t>Second Outline Level</a:t>
            </a:r>
            <a:endParaRPr lang="en-US" sz="1800" b="0" u="none" strike="noStrike">
              <a:solidFill>
                <a:srgbClr val="FFFFFF"/>
              </a:solidFill>
              <a:latin typeface="Arial"/>
            </a:endParaRPr>
          </a:p>
          <a:p>
            <a:pPr marL="1296000" lvl="2" indent="-288000">
              <a:spcBef>
                <a:spcPts val="850"/>
              </a:spcBef>
              <a:buClr>
                <a:srgbClr val="FFFFFF"/>
              </a:buClr>
              <a:buSzPct val="45000"/>
              <a:buFont typeface="Wingdings"/>
              <a:buChar char=""/>
              <a:defRPr/>
            </a:pPr>
            <a:r>
              <a:rPr lang="en-US" sz="1800" b="0" u="none" strike="noStrike">
                <a:solidFill>
                  <a:srgbClr val="FFFFFF"/>
                </a:solidFill>
                <a:latin typeface="Arial"/>
              </a:rPr>
              <a:t>Third Outline Level</a:t>
            </a:r>
            <a:endParaRPr lang="en-US" sz="1800" b="0" u="none" strike="noStrike">
              <a:solidFill>
                <a:srgbClr val="FFFFFF"/>
              </a:solidFill>
              <a:latin typeface="Arial"/>
            </a:endParaRPr>
          </a:p>
          <a:p>
            <a:pPr marL="1728000" lvl="3" indent="-216000">
              <a:spcBef>
                <a:spcPts val="567"/>
              </a:spcBef>
              <a:buClr>
                <a:srgbClr val="FFFFFF"/>
              </a:buClr>
              <a:buSzPct val="75000"/>
              <a:buFont typeface="Symbol"/>
              <a:buChar char=""/>
              <a:defRPr/>
            </a:pPr>
            <a:r>
              <a:rPr lang="en-US" sz="1800" b="0" u="none" strike="noStrike">
                <a:solidFill>
                  <a:srgbClr val="FFFFFF"/>
                </a:solidFill>
                <a:latin typeface="Arial"/>
              </a:rPr>
              <a:t>Fourth Outline Level</a:t>
            </a:r>
            <a:endParaRPr lang="en-US" sz="1800" b="0" u="none" strike="noStrike">
              <a:solidFill>
                <a:srgbClr val="FFFFFF"/>
              </a:solidFill>
              <a:latin typeface="Arial"/>
            </a:endParaRPr>
          </a:p>
          <a:p>
            <a:pPr marL="2160000" lvl="4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/>
              <a:buChar char=""/>
              <a:defRPr/>
            </a:pPr>
            <a:r>
              <a:rPr lang="en-US" sz="1800" b="0" u="none" strike="noStrike">
                <a:solidFill>
                  <a:srgbClr val="FFFFFF"/>
                </a:solidFill>
                <a:latin typeface="Arial"/>
              </a:rPr>
              <a:t>Fifth Outline Level</a:t>
            </a:r>
            <a:endParaRPr lang="en-US" sz="1800" b="0" u="none" strike="noStrike">
              <a:solidFill>
                <a:srgbClr val="FFFFFF"/>
              </a:solidFill>
              <a:latin typeface="Arial"/>
            </a:endParaRPr>
          </a:p>
          <a:p>
            <a:pPr marL="2592000" lvl="5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/>
              <a:buChar char=""/>
              <a:defRPr/>
            </a:pPr>
            <a:r>
              <a:rPr lang="en-US" sz="1800" b="0" u="none" strike="noStrike">
                <a:solidFill>
                  <a:srgbClr val="FFFFFF"/>
                </a:solidFill>
                <a:latin typeface="Arial"/>
              </a:rPr>
              <a:t>Sixth Outline Level</a:t>
            </a:r>
            <a:endParaRPr lang="en-US" sz="1800" b="0" u="none" strike="noStrike">
              <a:solidFill>
                <a:srgbClr val="FFFFFF"/>
              </a:solidFill>
              <a:latin typeface="Arial"/>
            </a:endParaRPr>
          </a:p>
          <a:p>
            <a:pPr marL="3024000" lvl="6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/>
              <a:buChar char=""/>
              <a:defRPr/>
            </a:pPr>
            <a:r>
              <a:rPr lang="en-US" sz="1800" b="0" u="none" strike="noStrike">
                <a:solidFill>
                  <a:srgbClr val="FFFFFF"/>
                </a:solidFill>
                <a:latin typeface="Arial"/>
              </a:rPr>
              <a:t>Seventh Outline Level</a:t>
            </a:r>
            <a:endParaRPr lang="en-US" sz="1800" b="0" u="none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07383454" name="PlaceHolder 4"/>
          <p:cNvSpPr>
            <a:spLocks noGrp="1"/>
          </p:cNvSpPr>
          <p:nvPr>
            <p:ph type="ftr" idx="16"/>
          </p:nvPr>
        </p:nvSpPr>
        <p:spPr bwMode="auto">
          <a:xfrm>
            <a:off x="3453480" y="6356520"/>
            <a:ext cx="5280120" cy="363240"/>
          </a:xfrm>
          <a:prstGeom prst="rect">
            <a:avLst/>
          </a:prstGeom>
          <a:noFill/>
          <a:ln w="0">
            <a:noFill/>
          </a:ln>
        </p:spPr>
        <p:txBody>
          <a:bodyPr lIns="122040" tIns="60840" rIns="122040" bIns="6084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en-US" sz="1400" b="0" u="none" strike="noStrike">
                <a:solidFill>
                  <a:srgbClr val="FFFFFF"/>
                </a:solidFill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  <a:defRPr/>
            </a:pPr>
            <a:r>
              <a:rPr lang="en-US" sz="1400" b="0" u="none" strike="noStrike">
                <a:solidFill>
                  <a:srgbClr val="FFFFFF"/>
                </a:solidFill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344222256" name="PlaceHolder 5"/>
          <p:cNvSpPr>
            <a:spLocks noGrp="1"/>
          </p:cNvSpPr>
          <p:nvPr>
            <p:ph type="sldNum" idx="17"/>
          </p:nvPr>
        </p:nvSpPr>
        <p:spPr bwMode="auto">
          <a:xfrm>
            <a:off x="10563480" y="6356520"/>
            <a:ext cx="1013760" cy="363240"/>
          </a:xfrm>
          <a:prstGeom prst="rect">
            <a:avLst/>
          </a:prstGeom>
          <a:noFill/>
          <a:ln w="0">
            <a:noFill/>
          </a:ln>
        </p:spPr>
        <p:txBody>
          <a:bodyPr lIns="122040" tIns="60840" rIns="122040" bIns="60840" anchor="ctr">
            <a:noAutofit/>
          </a:bodyPr>
          <a:lstStyle>
            <a:lvl1pPr indent="0" defTabSz="1218960">
              <a:lnSpc>
                <a:spcPct val="100000"/>
              </a:lnSpc>
              <a:buNone/>
              <a:tabLst>
                <a:tab pos="0" algn="l"/>
              </a:tabLst>
              <a:defRPr lang="ru-RU" sz="1200" b="0" u="none" strike="noStrike">
                <a:solidFill>
                  <a:schemeClr val="lt1">
                    <a:tint val="75000"/>
                  </a:schemeClr>
                </a:solidFill>
                <a:latin typeface="Calibri"/>
              </a:defRPr>
            </a:lvl1pPr>
          </a:lstStyle>
          <a:p>
            <a:pPr indent="0" defTabSz="1218960">
              <a:lnSpc>
                <a:spcPct val="100000"/>
              </a:lnSpc>
              <a:buNone/>
              <a:tabLst>
                <a:tab pos="0" algn="l"/>
              </a:tabLst>
              <a:defRPr/>
            </a:pPr>
            <a:fld id="{4F661D04-F771-4928-B95C-9DC820F2945F}" type="slidenum">
              <a:rPr lang="ru-RU" sz="1200" b="0" u="none" strike="noStrike">
                <a:solidFill>
                  <a:schemeClr val="lt1">
                    <a:tint val="75000"/>
                  </a:schemeClr>
                </a:solidFill>
                <a:latin typeface="Calibri"/>
              </a:rPr>
              <a:t>&lt;number&gt;</a:t>
            </a:fld>
            <a:endParaRPr lang="en-US" sz="1200" b="0" u="none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88307123" name="PlaceHolder 6"/>
          <p:cNvSpPr>
            <a:spLocks noGrp="1"/>
          </p:cNvSpPr>
          <p:nvPr>
            <p:ph type="dt" idx="18"/>
          </p:nvPr>
        </p:nvSpPr>
        <p:spPr bwMode="auto">
          <a:xfrm>
            <a:off x="1218960" y="6356520"/>
            <a:ext cx="2232720" cy="363240"/>
          </a:xfrm>
          <a:prstGeom prst="rect">
            <a:avLst/>
          </a:prstGeom>
          <a:noFill/>
          <a:ln w="0">
            <a:noFill/>
          </a:ln>
        </p:spPr>
        <p:txBody>
          <a:bodyPr lIns="122040" tIns="60840" rIns="122040" bIns="60840" anchor="ctr">
            <a:noAutofit/>
          </a:bodyPr>
          <a:lstStyle>
            <a:lvl1pPr indent="0">
              <a:buNone/>
              <a:defRPr lang="en-US" sz="1400" b="0" u="none" strike="noStrike">
                <a:solidFill>
                  <a:srgbClr val="FFFFFF"/>
                </a:solidFill>
                <a:latin typeface="Times New Roman"/>
              </a:defRPr>
            </a:lvl1pPr>
          </a:lstStyle>
          <a:p>
            <a:pPr indent="0">
              <a:buNone/>
              <a:defRPr/>
            </a:pPr>
            <a:r>
              <a:rPr lang="en-US" sz="1400" b="0" u="none" strike="noStrike">
                <a:solidFill>
                  <a:srgbClr val="FFFFFF"/>
                </a:solidFill>
                <a:latin typeface="Times New Roman"/>
              </a:rPr>
              <a:t>&lt;date/time&gt;</a:t>
            </a:r>
            <a:endParaRPr lang="en-US" sz="1400" b="0" u="none" strike="noStrike">
              <a:solidFill>
                <a:srgbClr val="FFFFFF"/>
              </a:solidFill>
              <a:latin typeface="Times New Roman"/>
            </a:endParaRPr>
          </a:p>
        </p:txBody>
      </p:sp>
    </p:spTree>
  </p:cSld>
  <p:clrMap bg1="dk1" tx1="lt1" bg2="dk2" tx2="lt2" accent1="accent1" accent2="accent2" accent3="accent3" accent4="accent4" accent5="accent5" accent6="accent6" hlink="hlink" folHlink="folHlink"/>
  <p:sldLayoutIdLst>
    <p:sldLayoutId id="2147483659" r:id="rId1"/>
  </p:sldLayoutIdLst>
</p:sldMaster>
</file>

<file path=ppt/slideMasters/slideMaster7.xml><?xml version="1.0" encoding="utf-8"?>
<p:sld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preserve="0">
  <p:cSld name="">
    <p:bg>
      <p:bgPr shadeToTitle="0">
        <a:gradFill rotWithShape="0">
          <a:gsLst>
            <a:gs pos="0">
              <a:srgbClr val="000000"/>
            </a:gs>
            <a:gs pos="85000">
              <a:srgbClr val="0E1830"/>
            </a:gs>
            <a:gs pos="100000">
              <a:srgbClr val="142141"/>
            </a:gs>
          </a:gsLst>
          <a:lin ang="3600000" scaled="1"/>
        </a:gra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grpSp>
        <p:nvGrpSpPr>
          <p:cNvPr id="171348146" name="линии слева"/>
          <p:cNvGrpSpPr/>
          <p:nvPr/>
        </p:nvGrpSpPr>
        <p:grpSpPr bwMode="auto">
          <a:xfrm>
            <a:off x="-15840" y="-3240"/>
            <a:ext cx="818280" cy="5227560"/>
            <a:chOff x="-15840" y="-3240"/>
            <a:chExt cx="818280" cy="5227560"/>
          </a:xfrm>
        </p:grpSpPr>
        <p:sp>
          <p:nvSpPr>
            <p:cNvPr id="69" name="Полилиния 9"/>
            <p:cNvSpPr/>
            <p:nvPr/>
          </p:nvSpPr>
          <p:spPr bwMode="auto">
            <a:xfrm>
              <a:off x="-12600" y="0"/>
              <a:ext cx="815040" cy="5224320"/>
            </a:xfrm>
            <a:custGeom>
              <a:avLst/>
              <a:gdLst>
                <a:gd name="textAreaLeft" fmla="*/ 0 w 815040"/>
                <a:gd name="textAreaRight" fmla="*/ 816840 w 815040"/>
                <a:gd name="textAreaTop" fmla="*/ 0 h 5224320"/>
                <a:gd name="textAreaBottom" fmla="*/ 5226120 h 5224320"/>
              </a:gdLst>
              <a:ahLst/>
              <a:cxnLst/>
              <a:rect l="textAreaLeft" t="textAreaTop" r="textAreaRight" b="textAreaBottom"/>
              <a:pathLst>
                <a:path w="612775" h="3919538" fill="norm" stroke="1" extrusionOk="0">
                  <a:moveTo>
                    <a:pt x="0" y="3919538"/>
                  </a:moveTo>
                  <a:lnTo>
                    <a:pt x="612775" y="2984500"/>
                  </a:lnTo>
                  <a:lnTo>
                    <a:pt x="612775" y="0"/>
                  </a:lnTo>
                </a:path>
              </a:pathLst>
            </a:custGeom>
            <a:noFill/>
            <a:ln w="38100">
              <a:solidFill>
                <a:srgbClr val="007373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tIns="45000" rIns="90000" bIns="45000" anchor="ctr">
              <a:noAutofit/>
            </a:bodyPr>
            <a:p>
              <a:pPr algn="ctr" defTabSz="1218960">
                <a:lnSpc>
                  <a:spcPct val="100000"/>
                </a:lnSpc>
                <a:defRPr/>
              </a:pPr>
              <a:endParaRPr lang="ru-RU" sz="2400" b="0" u="none" strike="noStrike">
                <a:solidFill>
                  <a:schemeClr val="lt1"/>
                </a:solidFill>
                <a:latin typeface="Calibri"/>
              </a:endParaRPr>
            </a:p>
          </p:txBody>
        </p:sp>
        <p:sp>
          <p:nvSpPr>
            <p:cNvPr id="70" name="Полилиния 10"/>
            <p:cNvSpPr/>
            <p:nvPr/>
          </p:nvSpPr>
          <p:spPr bwMode="auto">
            <a:xfrm>
              <a:off x="-15840" y="0"/>
              <a:ext cx="545760" cy="4560840"/>
            </a:xfrm>
            <a:custGeom>
              <a:avLst/>
              <a:gdLst>
                <a:gd name="textAreaLeft" fmla="*/ 0 w 545760"/>
                <a:gd name="textAreaRight" fmla="*/ 547560 w 545760"/>
                <a:gd name="textAreaTop" fmla="*/ 0 h 4560840"/>
                <a:gd name="textAreaBottom" fmla="*/ 4562640 h 4560840"/>
              </a:gdLst>
              <a:ahLst/>
              <a:cxnLst/>
              <a:rect l="textAreaLeft" t="textAreaTop" r="textAreaRight" b="textAreaBottom"/>
              <a:pathLst>
                <a:path w="410751" h="3421856" fill="norm" stroke="1" extrusionOk="0">
                  <a:moveTo>
                    <a:pt x="0" y="3421856"/>
                  </a:moveTo>
                  <a:lnTo>
                    <a:pt x="410751" y="2798680"/>
                  </a:lnTo>
                  <a:lnTo>
                    <a:pt x="409575" y="0"/>
                  </a:lnTo>
                </a:path>
              </a:pathLst>
            </a:custGeom>
            <a:noFill/>
            <a:ln w="28575">
              <a:solidFill>
                <a:srgbClr val="007373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tIns="45000" rIns="90000" bIns="45000" anchor="ctr">
              <a:noAutofit/>
            </a:bodyPr>
            <a:p>
              <a:pPr algn="ctr" defTabSz="1218960">
                <a:lnSpc>
                  <a:spcPct val="100000"/>
                </a:lnSpc>
                <a:defRPr/>
              </a:pPr>
              <a:endParaRPr lang="ru-RU" sz="2400" b="0" u="none" strike="noStrike">
                <a:solidFill>
                  <a:schemeClr val="lt1"/>
                </a:solidFill>
                <a:latin typeface="Calibri"/>
              </a:endParaRPr>
            </a:p>
          </p:txBody>
        </p:sp>
        <p:sp>
          <p:nvSpPr>
            <p:cNvPr id="71" name="Полилиния 13"/>
            <p:cNvSpPr/>
            <p:nvPr/>
          </p:nvSpPr>
          <p:spPr bwMode="auto">
            <a:xfrm>
              <a:off x="-9360" y="-3240"/>
              <a:ext cx="316800" cy="3966840"/>
            </a:xfrm>
            <a:custGeom>
              <a:avLst/>
              <a:gdLst>
                <a:gd name="textAreaLeft" fmla="*/ 0 w 316800"/>
                <a:gd name="textAreaRight" fmla="*/ 318600 w 316800"/>
                <a:gd name="textAreaTop" fmla="*/ 0 h 3966840"/>
                <a:gd name="textAreaBottom" fmla="*/ 3968640 h 3966840"/>
              </a:gdLst>
              <a:ahLst/>
              <a:cxnLst/>
              <a:rect l="textAreaLeft" t="textAreaTop" r="textAreaRight" b="textAreaBottom"/>
              <a:pathLst>
                <a:path w="238919" h="2976561" fill="norm" stroke="1" extrusionOk="0">
                  <a:moveTo>
                    <a:pt x="0" y="2976561"/>
                  </a:moveTo>
                  <a:lnTo>
                    <a:pt x="238919" y="2616170"/>
                  </a:lnTo>
                  <a:cubicBezTo>
                    <a:pt x="238654" y="1744113"/>
                    <a:pt x="238390" y="872057"/>
                    <a:pt x="238125" y="0"/>
                  </a:cubicBezTo>
                </a:path>
              </a:pathLst>
            </a:custGeom>
            <a:noFill/>
            <a:ln>
              <a:solidFill>
                <a:srgbClr val="004D4D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tIns="45000" rIns="90000" bIns="45000" anchor="ctr">
              <a:noAutofit/>
            </a:bodyPr>
            <a:p>
              <a:pPr algn="ctr" defTabSz="1218960">
                <a:lnSpc>
                  <a:spcPct val="100000"/>
                </a:lnSpc>
                <a:defRPr/>
              </a:pPr>
              <a:endParaRPr lang="ru-RU" sz="2400" b="0" u="none" strike="noStrike">
                <a:solidFill>
                  <a:schemeClr val="lt1"/>
                </a:solidFill>
                <a:latin typeface="Calibri"/>
              </a:endParaRPr>
            </a:p>
          </p:txBody>
        </p:sp>
      </p:grpSp>
      <p:sp>
        <p:nvSpPr>
          <p:cNvPr id="599184725" name="PlaceHolder 1"/>
          <p:cNvSpPr>
            <a:spLocks noGrp="1"/>
          </p:cNvSpPr>
          <p:nvPr>
            <p:ph type="ftr" idx="19"/>
          </p:nvPr>
        </p:nvSpPr>
        <p:spPr bwMode="auto">
          <a:xfrm>
            <a:off x="3453480" y="6356520"/>
            <a:ext cx="5280120" cy="363240"/>
          </a:xfrm>
          <a:prstGeom prst="rect">
            <a:avLst/>
          </a:prstGeom>
          <a:noFill/>
          <a:ln w="0">
            <a:noFill/>
          </a:ln>
        </p:spPr>
        <p:txBody>
          <a:bodyPr lIns="122040" tIns="60840" rIns="122040" bIns="6084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en-US" sz="1400" b="0" u="none" strike="noStrike">
                <a:solidFill>
                  <a:srgbClr val="FFFFFF"/>
                </a:solidFill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  <a:defRPr/>
            </a:pPr>
            <a:r>
              <a:rPr lang="en-US" sz="1400" b="0" u="none" strike="noStrike">
                <a:solidFill>
                  <a:srgbClr val="FFFFFF"/>
                </a:solidFill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688650567" name="PlaceHolder 2"/>
          <p:cNvSpPr>
            <a:spLocks noGrp="1"/>
          </p:cNvSpPr>
          <p:nvPr>
            <p:ph type="sldNum" idx="20"/>
          </p:nvPr>
        </p:nvSpPr>
        <p:spPr bwMode="auto">
          <a:xfrm>
            <a:off x="10563480" y="6356520"/>
            <a:ext cx="1013760" cy="363240"/>
          </a:xfrm>
          <a:prstGeom prst="rect">
            <a:avLst/>
          </a:prstGeom>
          <a:noFill/>
          <a:ln w="0">
            <a:noFill/>
          </a:ln>
        </p:spPr>
        <p:txBody>
          <a:bodyPr lIns="122040" tIns="60840" rIns="122040" bIns="60840" anchor="ctr">
            <a:noAutofit/>
          </a:bodyPr>
          <a:lstStyle>
            <a:lvl1pPr indent="0" defTabSz="1218960">
              <a:lnSpc>
                <a:spcPct val="100000"/>
              </a:lnSpc>
              <a:buNone/>
              <a:tabLst>
                <a:tab pos="0" algn="l"/>
              </a:tabLst>
              <a:defRPr lang="ru-RU" sz="1200" b="0" u="none" strike="noStrike">
                <a:solidFill>
                  <a:schemeClr val="lt1">
                    <a:tint val="75000"/>
                  </a:schemeClr>
                </a:solidFill>
                <a:latin typeface="Calibri"/>
              </a:defRPr>
            </a:lvl1pPr>
          </a:lstStyle>
          <a:p>
            <a:pPr indent="0" defTabSz="1218960">
              <a:lnSpc>
                <a:spcPct val="100000"/>
              </a:lnSpc>
              <a:buNone/>
              <a:tabLst>
                <a:tab pos="0" algn="l"/>
              </a:tabLst>
              <a:defRPr/>
            </a:pPr>
            <a:fld id="{FE4CD214-4C34-4220-9FD1-244C742EDF3C}" type="slidenum">
              <a:rPr lang="ru-RU" sz="1200" b="0" u="none" strike="noStrike">
                <a:solidFill>
                  <a:schemeClr val="lt1">
                    <a:tint val="75000"/>
                  </a:schemeClr>
                </a:solidFill>
                <a:latin typeface="Calibri"/>
              </a:rPr>
              <a:t>&lt;number&gt;</a:t>
            </a:fld>
            <a:endParaRPr lang="en-US" sz="1200" b="0" u="none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225514081" name="PlaceHolder 3"/>
          <p:cNvSpPr>
            <a:spLocks noGrp="1"/>
          </p:cNvSpPr>
          <p:nvPr>
            <p:ph type="dt" idx="21"/>
          </p:nvPr>
        </p:nvSpPr>
        <p:spPr bwMode="auto">
          <a:xfrm>
            <a:off x="1218960" y="6356520"/>
            <a:ext cx="2232720" cy="363240"/>
          </a:xfrm>
          <a:prstGeom prst="rect">
            <a:avLst/>
          </a:prstGeom>
          <a:noFill/>
          <a:ln w="0">
            <a:noFill/>
          </a:ln>
        </p:spPr>
        <p:txBody>
          <a:bodyPr lIns="122040" tIns="60840" rIns="122040" bIns="60840" anchor="ctr">
            <a:noAutofit/>
          </a:bodyPr>
          <a:lstStyle>
            <a:lvl1pPr indent="0">
              <a:buNone/>
              <a:defRPr lang="en-US" sz="1400" b="0" u="none" strike="noStrike">
                <a:solidFill>
                  <a:srgbClr val="FFFFFF"/>
                </a:solidFill>
                <a:latin typeface="Times New Roman"/>
              </a:defRPr>
            </a:lvl1pPr>
          </a:lstStyle>
          <a:p>
            <a:pPr indent="0">
              <a:buNone/>
              <a:defRPr/>
            </a:pPr>
            <a:r>
              <a:rPr lang="en-US" sz="1400" b="0" u="none" strike="noStrike">
                <a:solidFill>
                  <a:srgbClr val="FFFFFF"/>
                </a:solidFill>
                <a:latin typeface="Times New Roman"/>
              </a:rPr>
              <a:t>&lt;date/time&gt;</a:t>
            </a:r>
            <a:endParaRPr lang="en-US" sz="1400" b="0" u="none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584574211" name="PlaceHolder 4"/>
          <p:cNvSpPr>
            <a:spLocks noGrp="1"/>
          </p:cNvSpPr>
          <p:nvPr>
            <p:ph type="title"/>
          </p:nvPr>
        </p:nvSpPr>
        <p:spPr bwMode="auto">
          <a:xfrm>
            <a:off x="609120" y="273600"/>
            <a:ext cx="1096956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p>
            <a:pPr indent="0" algn="ctr">
              <a:buNone/>
              <a:defRPr/>
            </a:pPr>
            <a:r>
              <a:rPr lang="en-US" sz="4400" b="0" u="none" strike="noStrike">
                <a:solidFill>
                  <a:srgbClr val="FFFFFF"/>
                </a:solidFill>
                <a:latin typeface="Arial"/>
              </a:rPr>
              <a:t>Click to edit the title text format</a:t>
            </a:r>
            <a:endParaRPr lang="en-US" sz="4400" b="0" u="none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874632383" name="PlaceHolder 5"/>
          <p:cNvSpPr>
            <a:spLocks noGrp="1"/>
          </p:cNvSpPr>
          <p:nvPr>
            <p:ph type="body"/>
          </p:nvPr>
        </p:nvSpPr>
        <p:spPr bwMode="auto">
          <a:xfrm>
            <a:off x="609120" y="1604520"/>
            <a:ext cx="1096956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FFFFFF"/>
              </a:buClr>
              <a:buSzPct val="45000"/>
              <a:buFont typeface="Wingdings"/>
              <a:buChar char=""/>
              <a:defRPr/>
            </a:pPr>
            <a:r>
              <a:rPr lang="en-US" sz="3200" b="0" u="none" strike="noStrike">
                <a:solidFill>
                  <a:srgbClr val="FFFFFF"/>
                </a:solidFill>
                <a:latin typeface="Arial"/>
              </a:rPr>
              <a:t>Click to edit the outline text format</a:t>
            </a:r>
            <a:endParaRPr lang="en-US" sz="3200" b="0" u="none" strike="noStrike">
              <a:solidFill>
                <a:srgbClr val="FFFFFF"/>
              </a:solidFill>
              <a:latin typeface="Arial"/>
            </a:endParaRPr>
          </a:p>
          <a:p>
            <a:pPr marL="864000" lvl="1" indent="-324000">
              <a:spcBef>
                <a:spcPts val="1134"/>
              </a:spcBef>
              <a:buClr>
                <a:srgbClr val="FFFFFF"/>
              </a:buClr>
              <a:buSzPct val="75000"/>
              <a:buFont typeface="Symbol"/>
              <a:buChar char=""/>
              <a:defRPr/>
            </a:pPr>
            <a:r>
              <a:rPr lang="en-US" sz="2800" b="0" u="none" strike="noStrike">
                <a:solidFill>
                  <a:srgbClr val="FFFFFF"/>
                </a:solidFill>
                <a:latin typeface="Arial"/>
              </a:rPr>
              <a:t>Second Outline Level</a:t>
            </a:r>
            <a:endParaRPr lang="en-US" sz="2800" b="0" u="none" strike="noStrike">
              <a:solidFill>
                <a:srgbClr val="FFFFFF"/>
              </a:solidFill>
              <a:latin typeface="Arial"/>
            </a:endParaRPr>
          </a:p>
          <a:p>
            <a:pPr marL="1296000" lvl="2" indent="-288000">
              <a:spcBef>
                <a:spcPts val="850"/>
              </a:spcBef>
              <a:buClr>
                <a:srgbClr val="FFFFFF"/>
              </a:buClr>
              <a:buSzPct val="45000"/>
              <a:buFont typeface="Wingdings"/>
              <a:buChar char=""/>
              <a:defRPr/>
            </a:pPr>
            <a:r>
              <a:rPr lang="en-US" sz="2400" b="0" u="none" strike="noStrike">
                <a:solidFill>
                  <a:srgbClr val="FFFFFF"/>
                </a:solidFill>
                <a:latin typeface="Arial"/>
              </a:rPr>
              <a:t>Third Outline Level</a:t>
            </a:r>
            <a:endParaRPr lang="en-US" sz="2400" b="0" u="none" strike="noStrike">
              <a:solidFill>
                <a:srgbClr val="FFFFFF"/>
              </a:solidFill>
              <a:latin typeface="Arial"/>
            </a:endParaRPr>
          </a:p>
          <a:p>
            <a:pPr marL="1728000" lvl="3" indent="-216000">
              <a:spcBef>
                <a:spcPts val="567"/>
              </a:spcBef>
              <a:buClr>
                <a:srgbClr val="FFFFFF"/>
              </a:buClr>
              <a:buSzPct val="75000"/>
              <a:buFont typeface="Symbol"/>
              <a:buChar char=""/>
              <a:defRPr/>
            </a:pPr>
            <a:r>
              <a:rPr lang="en-US" sz="2000" b="0" u="none" strike="noStrike">
                <a:solidFill>
                  <a:srgbClr val="FFFFFF"/>
                </a:solidFill>
                <a:latin typeface="Arial"/>
              </a:rPr>
              <a:t>Fourth Outline Level</a:t>
            </a:r>
            <a:endParaRPr lang="en-US" sz="2000" b="0" u="none" strike="noStrike">
              <a:solidFill>
                <a:srgbClr val="FFFFFF"/>
              </a:solidFill>
              <a:latin typeface="Arial"/>
            </a:endParaRPr>
          </a:p>
          <a:p>
            <a:pPr marL="2160000" lvl="4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/>
              <a:buChar char=""/>
              <a:defRPr/>
            </a:pPr>
            <a:r>
              <a:rPr lang="en-US" sz="2000" b="0" u="none" strike="noStrike">
                <a:solidFill>
                  <a:srgbClr val="FFFFFF"/>
                </a:solidFill>
                <a:latin typeface="Arial"/>
              </a:rPr>
              <a:t>Fifth Outline Level</a:t>
            </a:r>
            <a:endParaRPr lang="en-US" sz="2000" b="0" u="none" strike="noStrike">
              <a:solidFill>
                <a:srgbClr val="FFFFFF"/>
              </a:solidFill>
              <a:latin typeface="Arial"/>
            </a:endParaRPr>
          </a:p>
          <a:p>
            <a:pPr marL="2592000" lvl="5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/>
              <a:buChar char=""/>
              <a:defRPr/>
            </a:pPr>
            <a:r>
              <a:rPr lang="en-US" sz="2000" b="0" u="none" strike="noStrike">
                <a:solidFill>
                  <a:srgbClr val="FFFFFF"/>
                </a:solidFill>
                <a:latin typeface="Arial"/>
              </a:rPr>
              <a:t>Sixth Outline Level</a:t>
            </a:r>
            <a:endParaRPr lang="en-US" sz="2000" b="0" u="none" strike="noStrike">
              <a:solidFill>
                <a:srgbClr val="FFFFFF"/>
              </a:solidFill>
              <a:latin typeface="Arial"/>
            </a:endParaRPr>
          </a:p>
          <a:p>
            <a:pPr marL="3024000" lvl="6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/>
              <a:buChar char=""/>
              <a:defRPr/>
            </a:pPr>
            <a:r>
              <a:rPr lang="en-US" sz="2000" b="0" u="none" strike="noStrike">
                <a:solidFill>
                  <a:srgbClr val="FFFFFF"/>
                </a:solidFill>
                <a:latin typeface="Arial"/>
              </a:rPr>
              <a:t>Seventh Outline Level</a:t>
            </a:r>
            <a:endParaRPr lang="en-US" sz="2000" b="0" u="none" strike="noStrike">
              <a:solidFill>
                <a:srgbClr val="FFFFFF"/>
              </a:solidFill>
              <a:latin typeface="Arial"/>
            </a:endParaRPr>
          </a:p>
        </p:txBody>
      </p:sp>
    </p:spTree>
  </p:cSld>
  <p:clrMap bg1="dk1" tx1="lt1" bg2="dk2" tx2="lt2" accent1="accent1" accent2="accent2" accent3="accent3" accent4="accent4" accent5="accent5" accent6="accent6" hlink="hlink" folHlink="folHlink"/>
  <p:sldLayoutIdLst>
    <p:sldLayoutId id="2147483661" r:id="rId1"/>
  </p:sldLayoutIdLst>
</p:sldMaster>
</file>

<file path=ppt/slideMasters/slideMaster8.xml><?xml version="1.0" encoding="utf-8"?>
<p:sld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preserve="0">
  <p:cSld name="">
    <p:bg>
      <p:bgPr shadeToTitle="0">
        <a:gradFill rotWithShape="0">
          <a:gsLst>
            <a:gs pos="0">
              <a:srgbClr val="000000"/>
            </a:gs>
            <a:gs pos="85000">
              <a:srgbClr val="0E1830"/>
            </a:gs>
            <a:gs pos="100000">
              <a:srgbClr val="142141"/>
            </a:gs>
          </a:gsLst>
          <a:lin ang="3600000" scaled="1"/>
        </a:gra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grpSp>
        <p:nvGrpSpPr>
          <p:cNvPr id="1568771305" name="линии слева"/>
          <p:cNvGrpSpPr/>
          <p:nvPr/>
        </p:nvGrpSpPr>
        <p:grpSpPr bwMode="auto">
          <a:xfrm>
            <a:off x="-15840" y="-3240"/>
            <a:ext cx="818280" cy="5227560"/>
            <a:chOff x="-15840" y="-3240"/>
            <a:chExt cx="818280" cy="5227560"/>
          </a:xfrm>
        </p:grpSpPr>
        <p:sp>
          <p:nvSpPr>
            <p:cNvPr id="88" name="Полилиния 9"/>
            <p:cNvSpPr/>
            <p:nvPr/>
          </p:nvSpPr>
          <p:spPr bwMode="auto">
            <a:xfrm>
              <a:off x="-12600" y="0"/>
              <a:ext cx="815040" cy="5224320"/>
            </a:xfrm>
            <a:custGeom>
              <a:avLst/>
              <a:gdLst>
                <a:gd name="textAreaLeft" fmla="*/ 0 w 815040"/>
                <a:gd name="textAreaRight" fmla="*/ 816840 w 815040"/>
                <a:gd name="textAreaTop" fmla="*/ 0 h 5224320"/>
                <a:gd name="textAreaBottom" fmla="*/ 5226120 h 5224320"/>
              </a:gdLst>
              <a:ahLst/>
              <a:cxnLst/>
              <a:rect l="textAreaLeft" t="textAreaTop" r="textAreaRight" b="textAreaBottom"/>
              <a:pathLst>
                <a:path w="612775" h="3919538" fill="norm" stroke="1" extrusionOk="0">
                  <a:moveTo>
                    <a:pt x="0" y="3919538"/>
                  </a:moveTo>
                  <a:lnTo>
                    <a:pt x="612775" y="2984500"/>
                  </a:lnTo>
                  <a:lnTo>
                    <a:pt x="612775" y="0"/>
                  </a:lnTo>
                </a:path>
              </a:pathLst>
            </a:custGeom>
            <a:noFill/>
            <a:ln w="38100">
              <a:solidFill>
                <a:srgbClr val="007373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tIns="45000" rIns="90000" bIns="45000" anchor="ctr">
              <a:noAutofit/>
            </a:bodyPr>
            <a:p>
              <a:pPr algn="ctr" defTabSz="1218960">
                <a:lnSpc>
                  <a:spcPct val="100000"/>
                </a:lnSpc>
                <a:defRPr/>
              </a:pPr>
              <a:endParaRPr lang="ru-RU" sz="2400" b="0" u="none" strike="noStrike">
                <a:solidFill>
                  <a:schemeClr val="lt1"/>
                </a:solidFill>
                <a:latin typeface="Calibri"/>
              </a:endParaRPr>
            </a:p>
          </p:txBody>
        </p:sp>
        <p:sp>
          <p:nvSpPr>
            <p:cNvPr id="89" name="Полилиния 10"/>
            <p:cNvSpPr/>
            <p:nvPr/>
          </p:nvSpPr>
          <p:spPr bwMode="auto">
            <a:xfrm>
              <a:off x="-15840" y="0"/>
              <a:ext cx="545760" cy="4560840"/>
            </a:xfrm>
            <a:custGeom>
              <a:avLst/>
              <a:gdLst>
                <a:gd name="textAreaLeft" fmla="*/ 0 w 545760"/>
                <a:gd name="textAreaRight" fmla="*/ 547560 w 545760"/>
                <a:gd name="textAreaTop" fmla="*/ 0 h 4560840"/>
                <a:gd name="textAreaBottom" fmla="*/ 4562640 h 4560840"/>
              </a:gdLst>
              <a:ahLst/>
              <a:cxnLst/>
              <a:rect l="textAreaLeft" t="textAreaTop" r="textAreaRight" b="textAreaBottom"/>
              <a:pathLst>
                <a:path w="410751" h="3421856" fill="norm" stroke="1" extrusionOk="0">
                  <a:moveTo>
                    <a:pt x="0" y="3421856"/>
                  </a:moveTo>
                  <a:lnTo>
                    <a:pt x="410751" y="2798680"/>
                  </a:lnTo>
                  <a:lnTo>
                    <a:pt x="409575" y="0"/>
                  </a:lnTo>
                </a:path>
              </a:pathLst>
            </a:custGeom>
            <a:noFill/>
            <a:ln w="28575">
              <a:solidFill>
                <a:srgbClr val="007373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tIns="45000" rIns="90000" bIns="45000" anchor="ctr">
              <a:noAutofit/>
            </a:bodyPr>
            <a:p>
              <a:pPr algn="ctr" defTabSz="1218960">
                <a:lnSpc>
                  <a:spcPct val="100000"/>
                </a:lnSpc>
                <a:defRPr/>
              </a:pPr>
              <a:endParaRPr lang="ru-RU" sz="2400" b="0" u="none" strike="noStrike">
                <a:solidFill>
                  <a:schemeClr val="lt1"/>
                </a:solidFill>
                <a:latin typeface="Calibri"/>
              </a:endParaRPr>
            </a:p>
          </p:txBody>
        </p:sp>
        <p:sp>
          <p:nvSpPr>
            <p:cNvPr id="90" name="Полилиния 13"/>
            <p:cNvSpPr/>
            <p:nvPr/>
          </p:nvSpPr>
          <p:spPr bwMode="auto">
            <a:xfrm>
              <a:off x="-9360" y="-3240"/>
              <a:ext cx="316800" cy="3966840"/>
            </a:xfrm>
            <a:custGeom>
              <a:avLst/>
              <a:gdLst>
                <a:gd name="textAreaLeft" fmla="*/ 0 w 316800"/>
                <a:gd name="textAreaRight" fmla="*/ 318600 w 316800"/>
                <a:gd name="textAreaTop" fmla="*/ 0 h 3966840"/>
                <a:gd name="textAreaBottom" fmla="*/ 3968640 h 3966840"/>
              </a:gdLst>
              <a:ahLst/>
              <a:cxnLst/>
              <a:rect l="textAreaLeft" t="textAreaTop" r="textAreaRight" b="textAreaBottom"/>
              <a:pathLst>
                <a:path w="238919" h="2976561" fill="norm" stroke="1" extrusionOk="0">
                  <a:moveTo>
                    <a:pt x="0" y="2976561"/>
                  </a:moveTo>
                  <a:lnTo>
                    <a:pt x="238919" y="2616170"/>
                  </a:lnTo>
                  <a:cubicBezTo>
                    <a:pt x="238654" y="1744113"/>
                    <a:pt x="238390" y="872057"/>
                    <a:pt x="238125" y="0"/>
                  </a:cubicBezTo>
                </a:path>
              </a:pathLst>
            </a:custGeom>
            <a:noFill/>
            <a:ln>
              <a:solidFill>
                <a:srgbClr val="004D4D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tIns="45000" rIns="90000" bIns="45000" anchor="ctr">
              <a:noAutofit/>
            </a:bodyPr>
            <a:p>
              <a:pPr algn="ctr" defTabSz="1218960">
                <a:lnSpc>
                  <a:spcPct val="100000"/>
                </a:lnSpc>
                <a:defRPr/>
              </a:pPr>
              <a:endParaRPr lang="ru-RU" sz="2400" b="0" u="none" strike="noStrike">
                <a:solidFill>
                  <a:schemeClr val="lt1"/>
                </a:solidFill>
                <a:latin typeface="Calibri"/>
              </a:endParaRPr>
            </a:p>
          </p:txBody>
        </p:sp>
      </p:grpSp>
      <p:sp>
        <p:nvSpPr>
          <p:cNvPr id="1589658603" name="PlaceHolder 1"/>
          <p:cNvSpPr>
            <a:spLocks noGrp="1"/>
          </p:cNvSpPr>
          <p:nvPr>
            <p:ph type="ftr" idx="25"/>
          </p:nvPr>
        </p:nvSpPr>
        <p:spPr bwMode="auto">
          <a:xfrm>
            <a:off x="3453480" y="6356520"/>
            <a:ext cx="5280120" cy="363240"/>
          </a:xfrm>
          <a:prstGeom prst="rect">
            <a:avLst/>
          </a:prstGeom>
          <a:noFill/>
          <a:ln w="0">
            <a:noFill/>
          </a:ln>
        </p:spPr>
        <p:txBody>
          <a:bodyPr lIns="122040" tIns="60840" rIns="122040" bIns="6084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en-US" sz="1400" b="0" u="none" strike="noStrike">
                <a:solidFill>
                  <a:srgbClr val="FFFFFF"/>
                </a:solidFill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  <a:defRPr/>
            </a:pPr>
            <a:r>
              <a:rPr lang="en-US" sz="1400" b="0" u="none" strike="noStrike">
                <a:solidFill>
                  <a:srgbClr val="FFFFFF"/>
                </a:solidFill>
                <a:latin typeface="Times New Roman"/>
              </a:rPr>
              <a:t> </a:t>
            </a:r>
            <a:endParaRPr lang="en-US" sz="1400" b="0" u="none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214739167" name="PlaceHolder 2"/>
          <p:cNvSpPr>
            <a:spLocks noGrp="1"/>
          </p:cNvSpPr>
          <p:nvPr>
            <p:ph type="sldNum" idx="26"/>
          </p:nvPr>
        </p:nvSpPr>
        <p:spPr bwMode="auto">
          <a:xfrm>
            <a:off x="10563480" y="6356520"/>
            <a:ext cx="1013760" cy="363240"/>
          </a:xfrm>
          <a:prstGeom prst="rect">
            <a:avLst/>
          </a:prstGeom>
          <a:noFill/>
          <a:ln w="0">
            <a:noFill/>
          </a:ln>
        </p:spPr>
        <p:txBody>
          <a:bodyPr lIns="122040" tIns="60840" rIns="122040" bIns="60840" anchor="ctr">
            <a:noAutofit/>
          </a:bodyPr>
          <a:lstStyle>
            <a:lvl1pPr indent="0" defTabSz="1218960">
              <a:lnSpc>
                <a:spcPct val="100000"/>
              </a:lnSpc>
              <a:buNone/>
              <a:tabLst>
                <a:tab pos="0" algn="l"/>
              </a:tabLst>
              <a:defRPr lang="ru-RU" sz="1200" b="0" u="none" strike="noStrike">
                <a:solidFill>
                  <a:schemeClr val="lt1">
                    <a:tint val="75000"/>
                  </a:schemeClr>
                </a:solidFill>
                <a:latin typeface="Calibri"/>
              </a:defRPr>
            </a:lvl1pPr>
          </a:lstStyle>
          <a:p>
            <a:pPr indent="0" defTabSz="1218960">
              <a:lnSpc>
                <a:spcPct val="100000"/>
              </a:lnSpc>
              <a:buNone/>
              <a:tabLst>
                <a:tab pos="0" algn="l"/>
              </a:tabLst>
              <a:defRPr/>
            </a:pPr>
            <a:fld id="{DBC40657-5F7C-42B9-B9D2-4BD99CD7993D}" type="slidenum">
              <a:rPr lang="ru-RU" sz="1200" b="0" u="none" strike="noStrike">
                <a:solidFill>
                  <a:schemeClr val="lt1">
                    <a:tint val="75000"/>
                  </a:schemeClr>
                </a:solidFill>
                <a:latin typeface="Calibri"/>
              </a:rPr>
              <a:t>1</a:t>
            </a:fld>
            <a:endParaRPr lang="en-US" sz="1200" b="0" u="none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930030288" name="PlaceHolder 3"/>
          <p:cNvSpPr>
            <a:spLocks noGrp="1"/>
          </p:cNvSpPr>
          <p:nvPr>
            <p:ph type="dt" idx="27"/>
          </p:nvPr>
        </p:nvSpPr>
        <p:spPr bwMode="auto">
          <a:xfrm>
            <a:off x="1218960" y="6356520"/>
            <a:ext cx="2232720" cy="363240"/>
          </a:xfrm>
          <a:prstGeom prst="rect">
            <a:avLst/>
          </a:prstGeom>
          <a:noFill/>
          <a:ln w="0">
            <a:noFill/>
          </a:ln>
        </p:spPr>
        <p:txBody>
          <a:bodyPr lIns="122040" tIns="60840" rIns="122040" bIns="60840" anchor="ctr">
            <a:noAutofit/>
          </a:bodyPr>
          <a:lstStyle>
            <a:lvl1pPr indent="0">
              <a:buNone/>
              <a:defRPr lang="en-US" sz="1400" b="0" u="none" strike="noStrike">
                <a:solidFill>
                  <a:srgbClr val="FFFFFF"/>
                </a:solidFill>
                <a:latin typeface="Times New Roman"/>
              </a:defRPr>
            </a:lvl1pPr>
          </a:lstStyle>
          <a:p>
            <a:pPr indent="0">
              <a:buNone/>
              <a:defRPr/>
            </a:pPr>
            <a:r>
              <a:rPr lang="en-US" sz="1400" b="0" u="none" strike="noStrike">
                <a:solidFill>
                  <a:srgbClr val="FFFFFF"/>
                </a:solidFill>
                <a:latin typeface="Times New Roman"/>
              </a:rPr>
              <a:t> </a:t>
            </a:r>
            <a:endParaRPr lang="en-US" sz="1400" b="0" u="none" strike="noStrike">
              <a:solidFill>
                <a:srgbClr val="FFFFFF"/>
              </a:solidFill>
              <a:latin typeface="Times New Roman"/>
            </a:endParaRPr>
          </a:p>
        </p:txBody>
      </p:sp>
    </p:spTree>
  </p:cSld>
  <p:clrMap bg1="dk1" tx1="lt1" bg2="dk2" tx2="lt2" accent1="accent1" accent2="accent2" accent3="accent3" accent4="accent4" accent5="accent5" accent6="accent6" hlink="hlink" folHlink="folHlink"/>
  <p:sldLayoutIdLst>
    <p:sldLayoutId id="2147483663" r:id="rId1"/>
  </p:sldLayoutIdLst>
</p:sldMaster>
</file>

<file path=ppt/slideMasters/slideMaster9.xml><?xml version="1.0" encoding="utf-8"?>
<p:sld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preserve="0">
  <p:cSld name="">
    <p:bg>
      <p:bgPr shadeToTitle="0">
        <a:gradFill rotWithShape="0">
          <a:gsLst>
            <a:gs pos="0">
              <a:srgbClr val="000000"/>
            </a:gs>
            <a:gs pos="85000">
              <a:srgbClr val="0E1830"/>
            </a:gs>
            <a:gs pos="100000">
              <a:srgbClr val="142141"/>
            </a:gs>
          </a:gsLst>
          <a:lin ang="3600000" scaled="1"/>
        </a:gra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grpSp>
        <p:nvGrpSpPr>
          <p:cNvPr id="2108999310" name="линии слева"/>
          <p:cNvGrpSpPr/>
          <p:nvPr/>
        </p:nvGrpSpPr>
        <p:grpSpPr bwMode="auto">
          <a:xfrm>
            <a:off x="-15840" y="-3240"/>
            <a:ext cx="818280" cy="5227560"/>
            <a:chOff x="-15840" y="-3240"/>
            <a:chExt cx="818280" cy="5227560"/>
          </a:xfrm>
        </p:grpSpPr>
        <p:sp>
          <p:nvSpPr>
            <p:cNvPr id="95" name="Полилиния 9"/>
            <p:cNvSpPr/>
            <p:nvPr/>
          </p:nvSpPr>
          <p:spPr bwMode="auto">
            <a:xfrm>
              <a:off x="-12600" y="0"/>
              <a:ext cx="815040" cy="5224320"/>
            </a:xfrm>
            <a:custGeom>
              <a:avLst/>
              <a:gdLst>
                <a:gd name="textAreaLeft" fmla="*/ 0 w 815040"/>
                <a:gd name="textAreaRight" fmla="*/ 816840 w 815040"/>
                <a:gd name="textAreaTop" fmla="*/ 0 h 5224320"/>
                <a:gd name="textAreaBottom" fmla="*/ 5226120 h 5224320"/>
              </a:gdLst>
              <a:ahLst/>
              <a:cxnLst/>
              <a:rect l="textAreaLeft" t="textAreaTop" r="textAreaRight" b="textAreaBottom"/>
              <a:pathLst>
                <a:path w="612775" h="3919538" fill="norm" stroke="1" extrusionOk="0">
                  <a:moveTo>
                    <a:pt x="0" y="3919538"/>
                  </a:moveTo>
                  <a:lnTo>
                    <a:pt x="612775" y="2984500"/>
                  </a:lnTo>
                  <a:lnTo>
                    <a:pt x="612775" y="0"/>
                  </a:lnTo>
                </a:path>
              </a:pathLst>
            </a:custGeom>
            <a:noFill/>
            <a:ln w="38100">
              <a:solidFill>
                <a:srgbClr val="007373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tIns="45000" rIns="90000" bIns="45000" anchor="ctr">
              <a:noAutofit/>
            </a:bodyPr>
            <a:p>
              <a:pPr algn="ctr" defTabSz="1218960">
                <a:lnSpc>
                  <a:spcPct val="100000"/>
                </a:lnSpc>
                <a:defRPr/>
              </a:pPr>
              <a:endParaRPr lang="ru-RU" sz="2400" b="0" u="none" strike="noStrike">
                <a:solidFill>
                  <a:schemeClr val="lt1"/>
                </a:solidFill>
                <a:latin typeface="Calibri"/>
              </a:endParaRPr>
            </a:p>
          </p:txBody>
        </p:sp>
        <p:sp>
          <p:nvSpPr>
            <p:cNvPr id="96" name="Полилиния 10"/>
            <p:cNvSpPr/>
            <p:nvPr/>
          </p:nvSpPr>
          <p:spPr bwMode="auto">
            <a:xfrm>
              <a:off x="-15840" y="0"/>
              <a:ext cx="545760" cy="4560840"/>
            </a:xfrm>
            <a:custGeom>
              <a:avLst/>
              <a:gdLst>
                <a:gd name="textAreaLeft" fmla="*/ 0 w 545760"/>
                <a:gd name="textAreaRight" fmla="*/ 547560 w 545760"/>
                <a:gd name="textAreaTop" fmla="*/ 0 h 4560840"/>
                <a:gd name="textAreaBottom" fmla="*/ 4562640 h 4560840"/>
              </a:gdLst>
              <a:ahLst/>
              <a:cxnLst/>
              <a:rect l="textAreaLeft" t="textAreaTop" r="textAreaRight" b="textAreaBottom"/>
              <a:pathLst>
                <a:path w="410751" h="3421856" fill="norm" stroke="1" extrusionOk="0">
                  <a:moveTo>
                    <a:pt x="0" y="3421856"/>
                  </a:moveTo>
                  <a:lnTo>
                    <a:pt x="410751" y="2798680"/>
                  </a:lnTo>
                  <a:lnTo>
                    <a:pt x="409575" y="0"/>
                  </a:lnTo>
                </a:path>
              </a:pathLst>
            </a:custGeom>
            <a:noFill/>
            <a:ln w="28575">
              <a:solidFill>
                <a:srgbClr val="007373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tIns="45000" rIns="90000" bIns="45000" anchor="ctr">
              <a:noAutofit/>
            </a:bodyPr>
            <a:p>
              <a:pPr algn="ctr" defTabSz="1218960">
                <a:lnSpc>
                  <a:spcPct val="100000"/>
                </a:lnSpc>
                <a:defRPr/>
              </a:pPr>
              <a:endParaRPr lang="ru-RU" sz="2400" b="0" u="none" strike="noStrike">
                <a:solidFill>
                  <a:schemeClr val="lt1"/>
                </a:solidFill>
                <a:latin typeface="Calibri"/>
              </a:endParaRPr>
            </a:p>
          </p:txBody>
        </p:sp>
        <p:sp>
          <p:nvSpPr>
            <p:cNvPr id="97" name="Полилиния 13"/>
            <p:cNvSpPr/>
            <p:nvPr/>
          </p:nvSpPr>
          <p:spPr bwMode="auto">
            <a:xfrm>
              <a:off x="-9360" y="-3240"/>
              <a:ext cx="316800" cy="3966840"/>
            </a:xfrm>
            <a:custGeom>
              <a:avLst/>
              <a:gdLst>
                <a:gd name="textAreaLeft" fmla="*/ 0 w 316800"/>
                <a:gd name="textAreaRight" fmla="*/ 318600 w 316800"/>
                <a:gd name="textAreaTop" fmla="*/ 0 h 3966840"/>
                <a:gd name="textAreaBottom" fmla="*/ 3968640 h 3966840"/>
              </a:gdLst>
              <a:ahLst/>
              <a:cxnLst/>
              <a:rect l="textAreaLeft" t="textAreaTop" r="textAreaRight" b="textAreaBottom"/>
              <a:pathLst>
                <a:path w="238919" h="2976561" fill="norm" stroke="1" extrusionOk="0">
                  <a:moveTo>
                    <a:pt x="0" y="2976561"/>
                  </a:moveTo>
                  <a:lnTo>
                    <a:pt x="238919" y="2616170"/>
                  </a:lnTo>
                  <a:cubicBezTo>
                    <a:pt x="238654" y="1744113"/>
                    <a:pt x="238390" y="872057"/>
                    <a:pt x="238125" y="0"/>
                  </a:cubicBezTo>
                </a:path>
              </a:pathLst>
            </a:custGeom>
            <a:noFill/>
            <a:ln>
              <a:solidFill>
                <a:srgbClr val="004D4D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tIns="45000" rIns="90000" bIns="45000" anchor="ctr">
              <a:noAutofit/>
            </a:bodyPr>
            <a:p>
              <a:pPr algn="ctr" defTabSz="1218960">
                <a:lnSpc>
                  <a:spcPct val="100000"/>
                </a:lnSpc>
                <a:defRPr/>
              </a:pPr>
              <a:endParaRPr lang="ru-RU" sz="2400" b="0" u="none" strike="noStrike">
                <a:solidFill>
                  <a:schemeClr val="lt1"/>
                </a:solidFill>
                <a:latin typeface="Calibri"/>
              </a:endParaRPr>
            </a:p>
          </p:txBody>
        </p:sp>
      </p:grpSp>
      <p:sp>
        <p:nvSpPr>
          <p:cNvPr id="325053003" name="PlaceHolder 1"/>
          <p:cNvSpPr>
            <a:spLocks noGrp="1"/>
          </p:cNvSpPr>
          <p:nvPr>
            <p:ph type="ftr" idx="28"/>
          </p:nvPr>
        </p:nvSpPr>
        <p:spPr bwMode="auto">
          <a:xfrm>
            <a:off x="3453480" y="6356520"/>
            <a:ext cx="5280120" cy="363240"/>
          </a:xfrm>
          <a:prstGeom prst="rect">
            <a:avLst/>
          </a:prstGeom>
          <a:noFill/>
          <a:ln w="0">
            <a:noFill/>
          </a:ln>
        </p:spPr>
        <p:txBody>
          <a:bodyPr lIns="122040" tIns="60840" rIns="122040" bIns="6084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en-US" sz="1400" b="0" u="none" strike="noStrike">
                <a:solidFill>
                  <a:srgbClr val="FFFFFF"/>
                </a:solidFill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  <a:defRPr/>
            </a:pPr>
            <a:r>
              <a:rPr lang="en-US" sz="1400" b="0" u="none" strike="noStrike">
                <a:solidFill>
                  <a:srgbClr val="FFFFFF"/>
                </a:solidFill>
                <a:latin typeface="Times New Roman"/>
              </a:rPr>
              <a:t> </a:t>
            </a:r>
            <a:endParaRPr lang="en-US" sz="1400" b="0" u="none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2144892175" name="PlaceHolder 2"/>
          <p:cNvSpPr>
            <a:spLocks noGrp="1"/>
          </p:cNvSpPr>
          <p:nvPr>
            <p:ph type="sldNum" idx="29"/>
          </p:nvPr>
        </p:nvSpPr>
        <p:spPr bwMode="auto">
          <a:xfrm>
            <a:off x="10563480" y="6356520"/>
            <a:ext cx="1013760" cy="363240"/>
          </a:xfrm>
          <a:prstGeom prst="rect">
            <a:avLst/>
          </a:prstGeom>
          <a:noFill/>
          <a:ln w="0">
            <a:noFill/>
          </a:ln>
        </p:spPr>
        <p:txBody>
          <a:bodyPr lIns="122040" tIns="60840" rIns="122040" bIns="60840" anchor="ctr">
            <a:noAutofit/>
          </a:bodyPr>
          <a:lstStyle>
            <a:lvl1pPr indent="0" defTabSz="1218960">
              <a:lnSpc>
                <a:spcPct val="100000"/>
              </a:lnSpc>
              <a:buNone/>
              <a:tabLst>
                <a:tab pos="0" algn="l"/>
              </a:tabLst>
              <a:defRPr lang="ru-RU" sz="1200" b="0" u="none" strike="noStrike">
                <a:solidFill>
                  <a:schemeClr val="lt1">
                    <a:tint val="75000"/>
                  </a:schemeClr>
                </a:solidFill>
                <a:latin typeface="Calibri"/>
              </a:defRPr>
            </a:lvl1pPr>
          </a:lstStyle>
          <a:p>
            <a:pPr indent="0" defTabSz="1218960">
              <a:lnSpc>
                <a:spcPct val="100000"/>
              </a:lnSpc>
              <a:buNone/>
              <a:tabLst>
                <a:tab pos="0" algn="l"/>
              </a:tabLst>
              <a:defRPr/>
            </a:pPr>
            <a:fld id="{7E9DC136-913A-4DAE-969B-F0EDA4E90C16}" type="slidenum">
              <a:rPr lang="ru-RU" sz="1200" b="0" u="none" strike="noStrike">
                <a:solidFill>
                  <a:schemeClr val="lt1">
                    <a:tint val="75000"/>
                  </a:schemeClr>
                </a:solidFill>
                <a:latin typeface="Calibri"/>
              </a:rPr>
              <a:t>1</a:t>
            </a:fld>
            <a:endParaRPr lang="en-US" sz="1200" b="0" u="none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23641585" name="PlaceHolder 3"/>
          <p:cNvSpPr>
            <a:spLocks noGrp="1"/>
          </p:cNvSpPr>
          <p:nvPr>
            <p:ph type="dt" idx="30"/>
          </p:nvPr>
        </p:nvSpPr>
        <p:spPr bwMode="auto">
          <a:xfrm>
            <a:off x="1218960" y="6356520"/>
            <a:ext cx="2232720" cy="363240"/>
          </a:xfrm>
          <a:prstGeom prst="rect">
            <a:avLst/>
          </a:prstGeom>
          <a:noFill/>
          <a:ln w="0">
            <a:noFill/>
          </a:ln>
        </p:spPr>
        <p:txBody>
          <a:bodyPr lIns="122040" tIns="60840" rIns="122040" bIns="60840" anchor="ctr">
            <a:noAutofit/>
          </a:bodyPr>
          <a:lstStyle>
            <a:lvl1pPr indent="0">
              <a:buNone/>
              <a:defRPr lang="en-US" sz="1400" b="0" u="none" strike="noStrike">
                <a:solidFill>
                  <a:srgbClr val="FFFFFF"/>
                </a:solidFill>
                <a:latin typeface="Times New Roman"/>
              </a:defRPr>
            </a:lvl1pPr>
          </a:lstStyle>
          <a:p>
            <a:pPr indent="0">
              <a:buNone/>
              <a:defRPr/>
            </a:pPr>
            <a:r>
              <a:rPr lang="en-US" sz="1400" b="0" u="none" strike="noStrike">
                <a:solidFill>
                  <a:srgbClr val="FFFFFF"/>
                </a:solidFill>
                <a:latin typeface="Times New Roman"/>
              </a:rPr>
              <a:t> </a:t>
            </a:r>
            <a:endParaRPr lang="en-US" sz="1400" b="0" u="none" strike="noStrike">
              <a:solidFill>
                <a:srgbClr val="FFFFFF"/>
              </a:solidFill>
              <a:latin typeface="Times New Roman"/>
            </a:endParaRPr>
          </a:p>
        </p:txBody>
      </p:sp>
    </p:spTree>
  </p:cSld>
  <p:clrMap bg1="dk1" tx1="lt1" bg2="dk2" tx2="lt2" accent1="accent1" accent2="accent2" accent3="accent3" accent4="accent4" accent5="accent5" accent6="accent6" hlink="hlink" folHlink="folHlink"/>
  <p:sldLayoutIdLst>
    <p:sldLayoutId id="2147483665" r:id="rId1"/>
  </p:sldLayoutIdLst>
</p:sldMaster>
</file>

<file path=ppt/slideMasters/slideMaster10.xml><?xml version="1.0" encoding="utf-8"?>
<p:sld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preserve="0">
  <p:cSld name="">
    <p:bg>
      <p:bgPr shadeToTitle="0">
        <a:gradFill rotWithShape="0">
          <a:gsLst>
            <a:gs pos="0">
              <a:srgbClr val="000000"/>
            </a:gs>
            <a:gs pos="85000">
              <a:srgbClr val="0E1830"/>
            </a:gs>
            <a:gs pos="100000">
              <a:srgbClr val="142141"/>
            </a:gs>
          </a:gsLst>
          <a:lin ang="3600000" scaled="1"/>
        </a:gra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grpSp>
        <p:nvGrpSpPr>
          <p:cNvPr id="1469032401" name="линии слева"/>
          <p:cNvGrpSpPr/>
          <p:nvPr/>
        </p:nvGrpSpPr>
        <p:grpSpPr bwMode="auto">
          <a:xfrm>
            <a:off x="-15840" y="-3240"/>
            <a:ext cx="818280" cy="5227560"/>
            <a:chOff x="-15840" y="-3240"/>
            <a:chExt cx="818280" cy="5227560"/>
          </a:xfrm>
        </p:grpSpPr>
        <p:sp>
          <p:nvSpPr>
            <p:cNvPr id="102" name="Полилиния 9"/>
            <p:cNvSpPr/>
            <p:nvPr/>
          </p:nvSpPr>
          <p:spPr bwMode="auto">
            <a:xfrm>
              <a:off x="-12600" y="0"/>
              <a:ext cx="815040" cy="5224320"/>
            </a:xfrm>
            <a:custGeom>
              <a:avLst/>
              <a:gdLst>
                <a:gd name="textAreaLeft" fmla="*/ 0 w 815040"/>
                <a:gd name="textAreaRight" fmla="*/ 816840 w 815040"/>
                <a:gd name="textAreaTop" fmla="*/ 0 h 5224320"/>
                <a:gd name="textAreaBottom" fmla="*/ 5226120 h 5224320"/>
              </a:gdLst>
              <a:ahLst/>
              <a:cxnLst/>
              <a:rect l="textAreaLeft" t="textAreaTop" r="textAreaRight" b="textAreaBottom"/>
              <a:pathLst>
                <a:path w="612775" h="3919538" fill="norm" stroke="1" extrusionOk="0">
                  <a:moveTo>
                    <a:pt x="0" y="3919538"/>
                  </a:moveTo>
                  <a:lnTo>
                    <a:pt x="612775" y="2984500"/>
                  </a:lnTo>
                  <a:lnTo>
                    <a:pt x="612775" y="0"/>
                  </a:lnTo>
                </a:path>
              </a:pathLst>
            </a:custGeom>
            <a:noFill/>
            <a:ln w="38100">
              <a:solidFill>
                <a:srgbClr val="007373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tIns="45000" rIns="90000" bIns="45000" anchor="ctr">
              <a:noAutofit/>
            </a:bodyPr>
            <a:p>
              <a:pPr algn="ctr" defTabSz="1218960">
                <a:lnSpc>
                  <a:spcPct val="100000"/>
                </a:lnSpc>
                <a:defRPr/>
              </a:pPr>
              <a:endParaRPr lang="ru-RU" sz="2400" b="0" u="none" strike="noStrike">
                <a:solidFill>
                  <a:schemeClr val="lt1"/>
                </a:solidFill>
                <a:latin typeface="Calibri"/>
              </a:endParaRPr>
            </a:p>
          </p:txBody>
        </p:sp>
        <p:sp>
          <p:nvSpPr>
            <p:cNvPr id="103" name="Полилиния 10"/>
            <p:cNvSpPr/>
            <p:nvPr/>
          </p:nvSpPr>
          <p:spPr bwMode="auto">
            <a:xfrm>
              <a:off x="-15840" y="0"/>
              <a:ext cx="545760" cy="4560840"/>
            </a:xfrm>
            <a:custGeom>
              <a:avLst/>
              <a:gdLst>
                <a:gd name="textAreaLeft" fmla="*/ 0 w 545760"/>
                <a:gd name="textAreaRight" fmla="*/ 547560 w 545760"/>
                <a:gd name="textAreaTop" fmla="*/ 0 h 4560840"/>
                <a:gd name="textAreaBottom" fmla="*/ 4562640 h 4560840"/>
              </a:gdLst>
              <a:ahLst/>
              <a:cxnLst/>
              <a:rect l="textAreaLeft" t="textAreaTop" r="textAreaRight" b="textAreaBottom"/>
              <a:pathLst>
                <a:path w="410751" h="3421856" fill="norm" stroke="1" extrusionOk="0">
                  <a:moveTo>
                    <a:pt x="0" y="3421856"/>
                  </a:moveTo>
                  <a:lnTo>
                    <a:pt x="410751" y="2798680"/>
                  </a:lnTo>
                  <a:lnTo>
                    <a:pt x="409575" y="0"/>
                  </a:lnTo>
                </a:path>
              </a:pathLst>
            </a:custGeom>
            <a:noFill/>
            <a:ln w="28575">
              <a:solidFill>
                <a:srgbClr val="007373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tIns="45000" rIns="90000" bIns="45000" anchor="ctr">
              <a:noAutofit/>
            </a:bodyPr>
            <a:p>
              <a:pPr algn="ctr" defTabSz="1218960">
                <a:lnSpc>
                  <a:spcPct val="100000"/>
                </a:lnSpc>
                <a:defRPr/>
              </a:pPr>
              <a:endParaRPr lang="ru-RU" sz="2400" b="0" u="none" strike="noStrike">
                <a:solidFill>
                  <a:schemeClr val="lt1"/>
                </a:solidFill>
                <a:latin typeface="Calibri"/>
              </a:endParaRPr>
            </a:p>
          </p:txBody>
        </p:sp>
        <p:sp>
          <p:nvSpPr>
            <p:cNvPr id="104" name="Полилиния 13"/>
            <p:cNvSpPr/>
            <p:nvPr/>
          </p:nvSpPr>
          <p:spPr bwMode="auto">
            <a:xfrm>
              <a:off x="-9360" y="-3240"/>
              <a:ext cx="316800" cy="3966840"/>
            </a:xfrm>
            <a:custGeom>
              <a:avLst/>
              <a:gdLst>
                <a:gd name="textAreaLeft" fmla="*/ 0 w 316800"/>
                <a:gd name="textAreaRight" fmla="*/ 318600 w 316800"/>
                <a:gd name="textAreaTop" fmla="*/ 0 h 3966840"/>
                <a:gd name="textAreaBottom" fmla="*/ 3968640 h 3966840"/>
              </a:gdLst>
              <a:ahLst/>
              <a:cxnLst/>
              <a:rect l="textAreaLeft" t="textAreaTop" r="textAreaRight" b="textAreaBottom"/>
              <a:pathLst>
                <a:path w="238919" h="2976561" fill="norm" stroke="1" extrusionOk="0">
                  <a:moveTo>
                    <a:pt x="0" y="2976561"/>
                  </a:moveTo>
                  <a:lnTo>
                    <a:pt x="238919" y="2616170"/>
                  </a:lnTo>
                  <a:cubicBezTo>
                    <a:pt x="238654" y="1744113"/>
                    <a:pt x="238390" y="872057"/>
                    <a:pt x="238125" y="0"/>
                  </a:cubicBezTo>
                </a:path>
              </a:pathLst>
            </a:custGeom>
            <a:noFill/>
            <a:ln>
              <a:solidFill>
                <a:srgbClr val="004D4D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tIns="45000" rIns="90000" bIns="45000" anchor="ctr">
              <a:noAutofit/>
            </a:bodyPr>
            <a:p>
              <a:pPr algn="ctr" defTabSz="1218960">
                <a:lnSpc>
                  <a:spcPct val="100000"/>
                </a:lnSpc>
                <a:defRPr/>
              </a:pPr>
              <a:endParaRPr lang="ru-RU" sz="2400" b="0" u="none" strike="noStrike">
                <a:solidFill>
                  <a:schemeClr val="lt1"/>
                </a:solidFill>
                <a:latin typeface="Calibri"/>
              </a:endParaRPr>
            </a:p>
          </p:txBody>
        </p:sp>
      </p:grpSp>
      <p:sp>
        <p:nvSpPr>
          <p:cNvPr id="2097529462" name="PlaceHolder 1"/>
          <p:cNvSpPr>
            <a:spLocks noGrp="1"/>
          </p:cNvSpPr>
          <p:nvPr>
            <p:ph type="title"/>
          </p:nvPr>
        </p:nvSpPr>
        <p:spPr bwMode="auto">
          <a:xfrm>
            <a:off x="609120" y="273600"/>
            <a:ext cx="10969200" cy="11444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p>
            <a:pPr indent="0">
              <a:buNone/>
              <a:defRPr/>
            </a:pPr>
            <a:r>
              <a:rPr lang="en-US" sz="1800" b="0" u="none" strike="noStrike">
                <a:solidFill>
                  <a:srgbClr val="FFFFFF"/>
                </a:solidFill>
                <a:latin typeface="Arial"/>
              </a:rPr>
              <a:t>Click to edit the title text format</a:t>
            </a:r>
            <a:endParaRPr lang="en-US" sz="1800" b="0" u="none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64446450" name="PlaceHolder 2"/>
          <p:cNvSpPr>
            <a:spLocks noGrp="1"/>
          </p:cNvSpPr>
          <p:nvPr>
            <p:ph type="ftr" idx="31"/>
          </p:nvPr>
        </p:nvSpPr>
        <p:spPr bwMode="auto">
          <a:xfrm>
            <a:off x="3453480" y="6356520"/>
            <a:ext cx="5280120" cy="363240"/>
          </a:xfrm>
          <a:prstGeom prst="rect">
            <a:avLst/>
          </a:prstGeom>
          <a:noFill/>
          <a:ln w="0">
            <a:noFill/>
          </a:ln>
        </p:spPr>
        <p:txBody>
          <a:bodyPr lIns="122040" tIns="60840" rIns="122040" bIns="6084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en-US" sz="1400" b="0" u="none" strike="noStrike">
                <a:solidFill>
                  <a:srgbClr val="FFFFFF"/>
                </a:solidFill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  <a:defRPr/>
            </a:pPr>
            <a:r>
              <a:rPr lang="en-US" sz="1400" b="0" u="none" strike="noStrike">
                <a:solidFill>
                  <a:srgbClr val="FFFFFF"/>
                </a:solidFill>
                <a:latin typeface="Times New Roman"/>
              </a:rPr>
              <a:t> </a:t>
            </a:r>
            <a:endParaRPr lang="en-US" sz="1400" b="0" u="none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404375564" name="PlaceHolder 3"/>
          <p:cNvSpPr>
            <a:spLocks noGrp="1"/>
          </p:cNvSpPr>
          <p:nvPr>
            <p:ph type="sldNum" idx="32"/>
          </p:nvPr>
        </p:nvSpPr>
        <p:spPr bwMode="auto">
          <a:xfrm>
            <a:off x="10563480" y="6356520"/>
            <a:ext cx="1013760" cy="363240"/>
          </a:xfrm>
          <a:prstGeom prst="rect">
            <a:avLst/>
          </a:prstGeom>
          <a:noFill/>
          <a:ln w="0">
            <a:noFill/>
          </a:ln>
        </p:spPr>
        <p:txBody>
          <a:bodyPr lIns="122040" tIns="60840" rIns="122040" bIns="60840" anchor="ctr">
            <a:noAutofit/>
          </a:bodyPr>
          <a:lstStyle>
            <a:lvl1pPr indent="0" defTabSz="1218960">
              <a:lnSpc>
                <a:spcPct val="100000"/>
              </a:lnSpc>
              <a:buNone/>
              <a:tabLst>
                <a:tab pos="0" algn="l"/>
              </a:tabLst>
              <a:defRPr lang="ru-RU" sz="1200" b="0" u="none" strike="noStrike">
                <a:solidFill>
                  <a:schemeClr val="lt1">
                    <a:tint val="75000"/>
                  </a:schemeClr>
                </a:solidFill>
                <a:latin typeface="Calibri"/>
              </a:defRPr>
            </a:lvl1pPr>
          </a:lstStyle>
          <a:p>
            <a:pPr indent="0" defTabSz="1218960">
              <a:lnSpc>
                <a:spcPct val="100000"/>
              </a:lnSpc>
              <a:buNone/>
              <a:tabLst>
                <a:tab pos="0" algn="l"/>
              </a:tabLst>
              <a:defRPr/>
            </a:pPr>
            <a:fld id="{EB2BAC9B-B9FD-42DB-BDAC-1741F1995396}" type="slidenum">
              <a:rPr lang="ru-RU" sz="1200" b="0" u="none" strike="noStrike">
                <a:solidFill>
                  <a:schemeClr val="lt1">
                    <a:tint val="75000"/>
                  </a:schemeClr>
                </a:solidFill>
                <a:latin typeface="Calibri"/>
              </a:rPr>
              <a:t>1</a:t>
            </a:fld>
            <a:endParaRPr lang="en-US" sz="1200" b="0" u="none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41868285" name="PlaceHolder 4"/>
          <p:cNvSpPr>
            <a:spLocks noGrp="1"/>
          </p:cNvSpPr>
          <p:nvPr>
            <p:ph type="dt" idx="33"/>
          </p:nvPr>
        </p:nvSpPr>
        <p:spPr bwMode="auto">
          <a:xfrm>
            <a:off x="1218960" y="6356520"/>
            <a:ext cx="2232720" cy="363240"/>
          </a:xfrm>
          <a:prstGeom prst="rect">
            <a:avLst/>
          </a:prstGeom>
          <a:noFill/>
          <a:ln w="0">
            <a:noFill/>
          </a:ln>
        </p:spPr>
        <p:txBody>
          <a:bodyPr lIns="122040" tIns="60840" rIns="122040" bIns="60840" anchor="ctr">
            <a:noAutofit/>
          </a:bodyPr>
          <a:lstStyle>
            <a:lvl1pPr indent="0">
              <a:buNone/>
              <a:defRPr lang="en-US" sz="1400" b="0" u="none" strike="noStrike">
                <a:solidFill>
                  <a:srgbClr val="FFFFFF"/>
                </a:solidFill>
                <a:latin typeface="Times New Roman"/>
              </a:defRPr>
            </a:lvl1pPr>
          </a:lstStyle>
          <a:p>
            <a:pPr indent="0">
              <a:buNone/>
              <a:defRPr/>
            </a:pPr>
            <a:r>
              <a:rPr lang="en-US" sz="1400" b="0" u="none" strike="noStrike">
                <a:solidFill>
                  <a:srgbClr val="FFFFFF"/>
                </a:solidFill>
                <a:latin typeface="Times New Roman"/>
              </a:rPr>
              <a:t> </a:t>
            </a:r>
            <a:endParaRPr lang="en-US" sz="1400" b="0" u="none" strike="noStrike">
              <a:solidFill>
                <a:srgbClr val="FFFFFF"/>
              </a:solidFill>
              <a:latin typeface="Times New Roman"/>
            </a:endParaRPr>
          </a:p>
        </p:txBody>
      </p:sp>
    </p:spTree>
  </p:cSld>
  <p:clrMap bg1="dk1" tx1="lt1" bg2="dk2" tx2="lt2" accent1="accent1" accent2="accent2" accent3="accent3" accent4="accent4" accent5="accent5" accent6="accent6" hlink="hlink" folHlink="folHlink"/>
  <p:sldLayoutIdLst>
    <p:sldLayoutId id="2147483667" r:id="rId1"/>
  </p:sldLayoutIdLst>
</p:sldMaster>
</file>

<file path=ppt/slideMasters/slideMaster11.xml><?xml version="1.0" encoding="utf-8"?>
<p:sld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preserve="0">
  <p:cSld name="">
    <p:bg>
      <p:bgPr shadeToTitle="0">
        <a:gradFill rotWithShape="0">
          <a:gsLst>
            <a:gs pos="0">
              <a:srgbClr val="000000"/>
            </a:gs>
            <a:gs pos="85000">
              <a:srgbClr val="0E1830"/>
            </a:gs>
            <a:gs pos="100000">
              <a:srgbClr val="142141"/>
            </a:gs>
          </a:gsLst>
          <a:lin ang="3600000" scaled="1"/>
        </a:gra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grpSp>
        <p:nvGrpSpPr>
          <p:cNvPr id="1442301423" name="линии слева"/>
          <p:cNvGrpSpPr/>
          <p:nvPr/>
        </p:nvGrpSpPr>
        <p:grpSpPr bwMode="auto">
          <a:xfrm>
            <a:off x="-15840" y="-3240"/>
            <a:ext cx="818280" cy="5227560"/>
            <a:chOff x="-15840" y="-3240"/>
            <a:chExt cx="818280" cy="5227560"/>
          </a:xfrm>
        </p:grpSpPr>
        <p:sp>
          <p:nvSpPr>
            <p:cNvPr id="111" name="Полилиния 9"/>
            <p:cNvSpPr/>
            <p:nvPr/>
          </p:nvSpPr>
          <p:spPr bwMode="auto">
            <a:xfrm>
              <a:off x="-12600" y="0"/>
              <a:ext cx="815040" cy="5224320"/>
            </a:xfrm>
            <a:custGeom>
              <a:avLst/>
              <a:gdLst>
                <a:gd name="textAreaLeft" fmla="*/ 0 w 815040"/>
                <a:gd name="textAreaRight" fmla="*/ 816840 w 815040"/>
                <a:gd name="textAreaTop" fmla="*/ 0 h 5224320"/>
                <a:gd name="textAreaBottom" fmla="*/ 5226120 h 5224320"/>
              </a:gdLst>
              <a:ahLst/>
              <a:cxnLst/>
              <a:rect l="textAreaLeft" t="textAreaTop" r="textAreaRight" b="textAreaBottom"/>
              <a:pathLst>
                <a:path w="612775" h="3919538" fill="norm" stroke="1" extrusionOk="0">
                  <a:moveTo>
                    <a:pt x="0" y="3919538"/>
                  </a:moveTo>
                  <a:lnTo>
                    <a:pt x="612775" y="2984500"/>
                  </a:lnTo>
                  <a:lnTo>
                    <a:pt x="612775" y="0"/>
                  </a:lnTo>
                </a:path>
              </a:pathLst>
            </a:custGeom>
            <a:noFill/>
            <a:ln w="38100">
              <a:solidFill>
                <a:srgbClr val="007373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tIns="45000" rIns="90000" bIns="45000" anchor="ctr">
              <a:noAutofit/>
            </a:bodyPr>
            <a:p>
              <a:pPr algn="ctr" defTabSz="1218960">
                <a:lnSpc>
                  <a:spcPct val="100000"/>
                </a:lnSpc>
                <a:defRPr/>
              </a:pPr>
              <a:endParaRPr lang="ru-RU" sz="2400" b="0" u="none" strike="noStrike">
                <a:solidFill>
                  <a:schemeClr val="lt1"/>
                </a:solidFill>
                <a:latin typeface="Calibri"/>
              </a:endParaRPr>
            </a:p>
          </p:txBody>
        </p:sp>
        <p:sp>
          <p:nvSpPr>
            <p:cNvPr id="112" name="Полилиния 10"/>
            <p:cNvSpPr/>
            <p:nvPr/>
          </p:nvSpPr>
          <p:spPr bwMode="auto">
            <a:xfrm>
              <a:off x="-15840" y="0"/>
              <a:ext cx="545760" cy="4560840"/>
            </a:xfrm>
            <a:custGeom>
              <a:avLst/>
              <a:gdLst>
                <a:gd name="textAreaLeft" fmla="*/ 0 w 545760"/>
                <a:gd name="textAreaRight" fmla="*/ 547560 w 545760"/>
                <a:gd name="textAreaTop" fmla="*/ 0 h 4560840"/>
                <a:gd name="textAreaBottom" fmla="*/ 4562640 h 4560840"/>
              </a:gdLst>
              <a:ahLst/>
              <a:cxnLst/>
              <a:rect l="textAreaLeft" t="textAreaTop" r="textAreaRight" b="textAreaBottom"/>
              <a:pathLst>
                <a:path w="410751" h="3421856" fill="norm" stroke="1" extrusionOk="0">
                  <a:moveTo>
                    <a:pt x="0" y="3421856"/>
                  </a:moveTo>
                  <a:lnTo>
                    <a:pt x="410751" y="2798680"/>
                  </a:lnTo>
                  <a:lnTo>
                    <a:pt x="409575" y="0"/>
                  </a:lnTo>
                </a:path>
              </a:pathLst>
            </a:custGeom>
            <a:noFill/>
            <a:ln w="28575">
              <a:solidFill>
                <a:srgbClr val="007373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tIns="45000" rIns="90000" bIns="45000" anchor="ctr">
              <a:noAutofit/>
            </a:bodyPr>
            <a:p>
              <a:pPr algn="ctr" defTabSz="1218960">
                <a:lnSpc>
                  <a:spcPct val="100000"/>
                </a:lnSpc>
                <a:defRPr/>
              </a:pPr>
              <a:endParaRPr lang="ru-RU" sz="2400" b="0" u="none" strike="noStrike">
                <a:solidFill>
                  <a:schemeClr val="lt1"/>
                </a:solidFill>
                <a:latin typeface="Calibri"/>
              </a:endParaRPr>
            </a:p>
          </p:txBody>
        </p:sp>
        <p:sp>
          <p:nvSpPr>
            <p:cNvPr id="113" name="Полилиния 13"/>
            <p:cNvSpPr/>
            <p:nvPr/>
          </p:nvSpPr>
          <p:spPr bwMode="auto">
            <a:xfrm>
              <a:off x="-9360" y="-3240"/>
              <a:ext cx="316800" cy="3966840"/>
            </a:xfrm>
            <a:custGeom>
              <a:avLst/>
              <a:gdLst>
                <a:gd name="textAreaLeft" fmla="*/ 0 w 316800"/>
                <a:gd name="textAreaRight" fmla="*/ 318600 w 316800"/>
                <a:gd name="textAreaTop" fmla="*/ 0 h 3966840"/>
                <a:gd name="textAreaBottom" fmla="*/ 3968640 h 3966840"/>
              </a:gdLst>
              <a:ahLst/>
              <a:cxnLst/>
              <a:rect l="textAreaLeft" t="textAreaTop" r="textAreaRight" b="textAreaBottom"/>
              <a:pathLst>
                <a:path w="238919" h="2976561" fill="norm" stroke="1" extrusionOk="0">
                  <a:moveTo>
                    <a:pt x="0" y="2976561"/>
                  </a:moveTo>
                  <a:lnTo>
                    <a:pt x="238919" y="2616170"/>
                  </a:lnTo>
                  <a:cubicBezTo>
                    <a:pt x="238654" y="1744113"/>
                    <a:pt x="238390" y="872057"/>
                    <a:pt x="238125" y="0"/>
                  </a:cubicBezTo>
                </a:path>
              </a:pathLst>
            </a:custGeom>
            <a:noFill/>
            <a:ln>
              <a:solidFill>
                <a:srgbClr val="004D4D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tIns="45000" rIns="90000" bIns="45000" anchor="ctr">
              <a:noAutofit/>
            </a:bodyPr>
            <a:p>
              <a:pPr algn="ctr" defTabSz="1218960">
                <a:lnSpc>
                  <a:spcPct val="100000"/>
                </a:lnSpc>
                <a:defRPr/>
              </a:pPr>
              <a:endParaRPr lang="ru-RU" sz="2400" b="0" u="none" strike="noStrike">
                <a:solidFill>
                  <a:schemeClr val="lt1"/>
                </a:solidFill>
                <a:latin typeface="Calibri"/>
              </a:endParaRPr>
            </a:p>
          </p:txBody>
        </p:sp>
      </p:grpSp>
      <p:sp>
        <p:nvSpPr>
          <p:cNvPr id="1995723726" name="PlaceHolder 1"/>
          <p:cNvSpPr>
            <a:spLocks noGrp="1"/>
          </p:cNvSpPr>
          <p:nvPr>
            <p:ph type="title"/>
          </p:nvPr>
        </p:nvSpPr>
        <p:spPr bwMode="auto">
          <a:xfrm>
            <a:off x="609120" y="273600"/>
            <a:ext cx="10969200" cy="11444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p>
            <a:pPr indent="0">
              <a:buNone/>
              <a:defRPr/>
            </a:pPr>
            <a:r>
              <a:rPr lang="en-US" sz="1800" b="0" u="none" strike="noStrike">
                <a:solidFill>
                  <a:srgbClr val="FFFFFF"/>
                </a:solidFill>
                <a:latin typeface="Arial"/>
              </a:rPr>
              <a:t>Click to edit the title text format</a:t>
            </a:r>
            <a:endParaRPr lang="en-US" sz="1800" b="0" u="none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24721104" name="PlaceHolder 2"/>
          <p:cNvSpPr>
            <a:spLocks noGrp="1"/>
          </p:cNvSpPr>
          <p:nvPr>
            <p:ph type="body"/>
          </p:nvPr>
        </p:nvSpPr>
        <p:spPr bwMode="auto">
          <a:xfrm>
            <a:off x="609120" y="1604520"/>
            <a:ext cx="5352480" cy="39769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FFFFFF"/>
              </a:buClr>
              <a:buSzPct val="45000"/>
              <a:buFont typeface="Wingdings"/>
              <a:buChar char=""/>
              <a:defRPr/>
            </a:pPr>
            <a:r>
              <a:rPr lang="en-US" sz="1800" b="0" u="none" strike="noStrike">
                <a:solidFill>
                  <a:srgbClr val="FFFFFF"/>
                </a:solidFill>
                <a:latin typeface="Arial"/>
              </a:rPr>
              <a:t>Click to edit the outline text format</a:t>
            </a:r>
            <a:endParaRPr lang="en-US" sz="1800" b="0" u="none" strike="noStrike">
              <a:solidFill>
                <a:srgbClr val="FFFFFF"/>
              </a:solidFill>
              <a:latin typeface="Arial"/>
            </a:endParaRPr>
          </a:p>
          <a:p>
            <a:pPr marL="864000" lvl="1" indent="-324000">
              <a:spcBef>
                <a:spcPts val="1134"/>
              </a:spcBef>
              <a:buClr>
                <a:srgbClr val="FFFFFF"/>
              </a:buClr>
              <a:buSzPct val="75000"/>
              <a:buFont typeface="Symbol"/>
              <a:buChar char=""/>
              <a:defRPr/>
            </a:pPr>
            <a:r>
              <a:rPr lang="en-US" sz="1800" b="0" u="none" strike="noStrike">
                <a:solidFill>
                  <a:srgbClr val="FFFFFF"/>
                </a:solidFill>
                <a:latin typeface="Arial"/>
              </a:rPr>
              <a:t>Second Outline Level</a:t>
            </a:r>
            <a:endParaRPr lang="en-US" sz="1800" b="0" u="none" strike="noStrike">
              <a:solidFill>
                <a:srgbClr val="FFFFFF"/>
              </a:solidFill>
              <a:latin typeface="Arial"/>
            </a:endParaRPr>
          </a:p>
          <a:p>
            <a:pPr marL="1296000" lvl="2" indent="-288000">
              <a:spcBef>
                <a:spcPts val="850"/>
              </a:spcBef>
              <a:buClr>
                <a:srgbClr val="FFFFFF"/>
              </a:buClr>
              <a:buSzPct val="45000"/>
              <a:buFont typeface="Wingdings"/>
              <a:buChar char=""/>
              <a:defRPr/>
            </a:pPr>
            <a:r>
              <a:rPr lang="en-US" sz="1800" b="0" u="none" strike="noStrike">
                <a:solidFill>
                  <a:srgbClr val="FFFFFF"/>
                </a:solidFill>
                <a:latin typeface="Arial"/>
              </a:rPr>
              <a:t>Third Outline Level</a:t>
            </a:r>
            <a:endParaRPr lang="en-US" sz="1800" b="0" u="none" strike="noStrike">
              <a:solidFill>
                <a:srgbClr val="FFFFFF"/>
              </a:solidFill>
              <a:latin typeface="Arial"/>
            </a:endParaRPr>
          </a:p>
          <a:p>
            <a:pPr marL="1728000" lvl="3" indent="-216000">
              <a:spcBef>
                <a:spcPts val="567"/>
              </a:spcBef>
              <a:buClr>
                <a:srgbClr val="FFFFFF"/>
              </a:buClr>
              <a:buSzPct val="75000"/>
              <a:buFont typeface="Symbol"/>
              <a:buChar char=""/>
              <a:defRPr/>
            </a:pPr>
            <a:r>
              <a:rPr lang="en-US" sz="1800" b="0" u="none" strike="noStrike">
                <a:solidFill>
                  <a:srgbClr val="FFFFFF"/>
                </a:solidFill>
                <a:latin typeface="Arial"/>
              </a:rPr>
              <a:t>Fourth Outline Level</a:t>
            </a:r>
            <a:endParaRPr lang="en-US" sz="1800" b="0" u="none" strike="noStrike">
              <a:solidFill>
                <a:srgbClr val="FFFFFF"/>
              </a:solidFill>
              <a:latin typeface="Arial"/>
            </a:endParaRPr>
          </a:p>
          <a:p>
            <a:pPr marL="2160000" lvl="4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/>
              <a:buChar char=""/>
              <a:defRPr/>
            </a:pPr>
            <a:r>
              <a:rPr lang="en-US" sz="1800" b="0" u="none" strike="noStrike">
                <a:solidFill>
                  <a:srgbClr val="FFFFFF"/>
                </a:solidFill>
                <a:latin typeface="Arial"/>
              </a:rPr>
              <a:t>Fifth Outline Level</a:t>
            </a:r>
            <a:endParaRPr lang="en-US" sz="1800" b="0" u="none" strike="noStrike">
              <a:solidFill>
                <a:srgbClr val="FFFFFF"/>
              </a:solidFill>
              <a:latin typeface="Arial"/>
            </a:endParaRPr>
          </a:p>
          <a:p>
            <a:pPr marL="2592000" lvl="5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/>
              <a:buChar char=""/>
              <a:defRPr/>
            </a:pPr>
            <a:r>
              <a:rPr lang="en-US" sz="1800" b="0" u="none" strike="noStrike">
                <a:solidFill>
                  <a:srgbClr val="FFFFFF"/>
                </a:solidFill>
                <a:latin typeface="Arial"/>
              </a:rPr>
              <a:t>Sixth Outline Level</a:t>
            </a:r>
            <a:endParaRPr lang="en-US" sz="1800" b="0" u="none" strike="noStrike">
              <a:solidFill>
                <a:srgbClr val="FFFFFF"/>
              </a:solidFill>
              <a:latin typeface="Arial"/>
            </a:endParaRPr>
          </a:p>
          <a:p>
            <a:pPr marL="3024000" lvl="6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/>
              <a:buChar char=""/>
              <a:defRPr/>
            </a:pPr>
            <a:r>
              <a:rPr lang="en-US" sz="1800" b="0" u="none" strike="noStrike">
                <a:solidFill>
                  <a:srgbClr val="FFFFFF"/>
                </a:solidFill>
                <a:latin typeface="Arial"/>
              </a:rPr>
              <a:t>Seventh Outline Level</a:t>
            </a:r>
            <a:endParaRPr lang="en-US" sz="1800" b="0" u="none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916422631" name="PlaceHolder 3"/>
          <p:cNvSpPr>
            <a:spLocks noGrp="1"/>
          </p:cNvSpPr>
          <p:nvPr>
            <p:ph type="body"/>
          </p:nvPr>
        </p:nvSpPr>
        <p:spPr bwMode="auto">
          <a:xfrm>
            <a:off x="6230160" y="1604520"/>
            <a:ext cx="5352480" cy="39769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FFFFFF"/>
              </a:buClr>
              <a:buSzPct val="45000"/>
              <a:buFont typeface="Wingdings"/>
              <a:buChar char=""/>
              <a:defRPr/>
            </a:pPr>
            <a:r>
              <a:rPr lang="en-US" sz="1800" b="0" u="none" strike="noStrike">
                <a:solidFill>
                  <a:srgbClr val="FFFFFF"/>
                </a:solidFill>
                <a:latin typeface="Arial"/>
              </a:rPr>
              <a:t>Click to edit the outline text format</a:t>
            </a:r>
            <a:endParaRPr lang="en-US" sz="1800" b="0" u="none" strike="noStrike">
              <a:solidFill>
                <a:srgbClr val="FFFFFF"/>
              </a:solidFill>
              <a:latin typeface="Arial"/>
            </a:endParaRPr>
          </a:p>
          <a:p>
            <a:pPr marL="864000" lvl="1" indent="-324000">
              <a:spcBef>
                <a:spcPts val="1134"/>
              </a:spcBef>
              <a:buClr>
                <a:srgbClr val="FFFFFF"/>
              </a:buClr>
              <a:buSzPct val="75000"/>
              <a:buFont typeface="Symbol"/>
              <a:buChar char=""/>
              <a:defRPr/>
            </a:pPr>
            <a:r>
              <a:rPr lang="en-US" sz="1800" b="0" u="none" strike="noStrike">
                <a:solidFill>
                  <a:srgbClr val="FFFFFF"/>
                </a:solidFill>
                <a:latin typeface="Arial"/>
              </a:rPr>
              <a:t>Second Outline Level</a:t>
            </a:r>
            <a:endParaRPr lang="en-US" sz="1800" b="0" u="none" strike="noStrike">
              <a:solidFill>
                <a:srgbClr val="FFFFFF"/>
              </a:solidFill>
              <a:latin typeface="Arial"/>
            </a:endParaRPr>
          </a:p>
          <a:p>
            <a:pPr marL="1296000" lvl="2" indent="-288000">
              <a:spcBef>
                <a:spcPts val="850"/>
              </a:spcBef>
              <a:buClr>
                <a:srgbClr val="FFFFFF"/>
              </a:buClr>
              <a:buSzPct val="45000"/>
              <a:buFont typeface="Wingdings"/>
              <a:buChar char=""/>
              <a:defRPr/>
            </a:pPr>
            <a:r>
              <a:rPr lang="en-US" sz="1800" b="0" u="none" strike="noStrike">
                <a:solidFill>
                  <a:srgbClr val="FFFFFF"/>
                </a:solidFill>
                <a:latin typeface="Arial"/>
              </a:rPr>
              <a:t>Third Outline Level</a:t>
            </a:r>
            <a:endParaRPr lang="en-US" sz="1800" b="0" u="none" strike="noStrike">
              <a:solidFill>
                <a:srgbClr val="FFFFFF"/>
              </a:solidFill>
              <a:latin typeface="Arial"/>
            </a:endParaRPr>
          </a:p>
          <a:p>
            <a:pPr marL="1728000" lvl="3" indent="-216000">
              <a:spcBef>
                <a:spcPts val="567"/>
              </a:spcBef>
              <a:buClr>
                <a:srgbClr val="FFFFFF"/>
              </a:buClr>
              <a:buSzPct val="75000"/>
              <a:buFont typeface="Symbol"/>
              <a:buChar char=""/>
              <a:defRPr/>
            </a:pPr>
            <a:r>
              <a:rPr lang="en-US" sz="1800" b="0" u="none" strike="noStrike">
                <a:solidFill>
                  <a:srgbClr val="FFFFFF"/>
                </a:solidFill>
                <a:latin typeface="Arial"/>
              </a:rPr>
              <a:t>Fourth Outline Level</a:t>
            </a:r>
            <a:endParaRPr lang="en-US" sz="1800" b="0" u="none" strike="noStrike">
              <a:solidFill>
                <a:srgbClr val="FFFFFF"/>
              </a:solidFill>
              <a:latin typeface="Arial"/>
            </a:endParaRPr>
          </a:p>
          <a:p>
            <a:pPr marL="2160000" lvl="4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/>
              <a:buChar char=""/>
              <a:defRPr/>
            </a:pPr>
            <a:r>
              <a:rPr lang="en-US" sz="1800" b="0" u="none" strike="noStrike">
                <a:solidFill>
                  <a:srgbClr val="FFFFFF"/>
                </a:solidFill>
                <a:latin typeface="Arial"/>
              </a:rPr>
              <a:t>Fifth Outline Level</a:t>
            </a:r>
            <a:endParaRPr lang="en-US" sz="1800" b="0" u="none" strike="noStrike">
              <a:solidFill>
                <a:srgbClr val="FFFFFF"/>
              </a:solidFill>
              <a:latin typeface="Arial"/>
            </a:endParaRPr>
          </a:p>
          <a:p>
            <a:pPr marL="2592000" lvl="5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/>
              <a:buChar char=""/>
              <a:defRPr/>
            </a:pPr>
            <a:r>
              <a:rPr lang="en-US" sz="1800" b="0" u="none" strike="noStrike">
                <a:solidFill>
                  <a:srgbClr val="FFFFFF"/>
                </a:solidFill>
                <a:latin typeface="Arial"/>
              </a:rPr>
              <a:t>Sixth Outline Level</a:t>
            </a:r>
            <a:endParaRPr lang="en-US" sz="1800" b="0" u="none" strike="noStrike">
              <a:solidFill>
                <a:srgbClr val="FFFFFF"/>
              </a:solidFill>
              <a:latin typeface="Arial"/>
            </a:endParaRPr>
          </a:p>
          <a:p>
            <a:pPr marL="3024000" lvl="6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/>
              <a:buChar char=""/>
              <a:defRPr/>
            </a:pPr>
            <a:r>
              <a:rPr lang="en-US" sz="1800" b="0" u="none" strike="noStrike">
                <a:solidFill>
                  <a:srgbClr val="FFFFFF"/>
                </a:solidFill>
                <a:latin typeface="Arial"/>
              </a:rPr>
              <a:t>Seventh Outline Level</a:t>
            </a:r>
            <a:endParaRPr lang="en-US" sz="1800" b="0" u="none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084136629" name="PlaceHolder 4"/>
          <p:cNvSpPr>
            <a:spLocks noGrp="1"/>
          </p:cNvSpPr>
          <p:nvPr>
            <p:ph type="ftr" idx="34"/>
          </p:nvPr>
        </p:nvSpPr>
        <p:spPr bwMode="auto">
          <a:xfrm>
            <a:off x="3453480" y="6356520"/>
            <a:ext cx="5280120" cy="363240"/>
          </a:xfrm>
          <a:prstGeom prst="rect">
            <a:avLst/>
          </a:prstGeom>
          <a:noFill/>
          <a:ln w="0">
            <a:noFill/>
          </a:ln>
        </p:spPr>
        <p:txBody>
          <a:bodyPr lIns="122040" tIns="60840" rIns="122040" bIns="6084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en-US" sz="1400" b="0" u="none" strike="noStrike">
                <a:solidFill>
                  <a:srgbClr val="FFFFFF"/>
                </a:solidFill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  <a:defRPr/>
            </a:pPr>
            <a:r>
              <a:rPr lang="en-US" sz="1400" b="0" u="none" strike="noStrike">
                <a:solidFill>
                  <a:srgbClr val="FFFFFF"/>
                </a:solidFill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331111322" name="PlaceHolder 5"/>
          <p:cNvSpPr>
            <a:spLocks noGrp="1"/>
          </p:cNvSpPr>
          <p:nvPr>
            <p:ph type="sldNum" idx="35"/>
          </p:nvPr>
        </p:nvSpPr>
        <p:spPr bwMode="auto">
          <a:xfrm>
            <a:off x="10563480" y="6356520"/>
            <a:ext cx="1013760" cy="363240"/>
          </a:xfrm>
          <a:prstGeom prst="rect">
            <a:avLst/>
          </a:prstGeom>
          <a:noFill/>
          <a:ln w="0">
            <a:noFill/>
          </a:ln>
        </p:spPr>
        <p:txBody>
          <a:bodyPr lIns="122040" tIns="60840" rIns="122040" bIns="60840" anchor="ctr">
            <a:noAutofit/>
          </a:bodyPr>
          <a:lstStyle>
            <a:lvl1pPr indent="0" defTabSz="1218960">
              <a:lnSpc>
                <a:spcPct val="100000"/>
              </a:lnSpc>
              <a:buNone/>
              <a:tabLst>
                <a:tab pos="0" algn="l"/>
              </a:tabLst>
              <a:defRPr lang="ru-RU" sz="1200" b="0" u="none" strike="noStrike">
                <a:solidFill>
                  <a:schemeClr val="lt1">
                    <a:tint val="75000"/>
                  </a:schemeClr>
                </a:solidFill>
                <a:latin typeface="Calibri"/>
              </a:defRPr>
            </a:lvl1pPr>
          </a:lstStyle>
          <a:p>
            <a:pPr indent="0" defTabSz="1218960">
              <a:lnSpc>
                <a:spcPct val="100000"/>
              </a:lnSpc>
              <a:buNone/>
              <a:tabLst>
                <a:tab pos="0" algn="l"/>
              </a:tabLst>
              <a:defRPr/>
            </a:pPr>
            <a:fld id="{5A6E4DDF-6309-450B-B276-F4C78D204CAD}" type="slidenum">
              <a:rPr lang="ru-RU" sz="1200" b="0" u="none" strike="noStrike">
                <a:solidFill>
                  <a:schemeClr val="lt1">
                    <a:tint val="75000"/>
                  </a:schemeClr>
                </a:solidFill>
                <a:latin typeface="Calibri"/>
              </a:rPr>
              <a:t>&lt;number&gt;</a:t>
            </a:fld>
            <a:endParaRPr lang="en-US" sz="1200" b="0" u="none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449621051" name="PlaceHolder 6"/>
          <p:cNvSpPr>
            <a:spLocks noGrp="1"/>
          </p:cNvSpPr>
          <p:nvPr>
            <p:ph type="dt" idx="36"/>
          </p:nvPr>
        </p:nvSpPr>
        <p:spPr bwMode="auto">
          <a:xfrm>
            <a:off x="1218960" y="6356520"/>
            <a:ext cx="2232720" cy="363240"/>
          </a:xfrm>
          <a:prstGeom prst="rect">
            <a:avLst/>
          </a:prstGeom>
          <a:noFill/>
          <a:ln w="0">
            <a:noFill/>
          </a:ln>
        </p:spPr>
        <p:txBody>
          <a:bodyPr lIns="122040" tIns="60840" rIns="122040" bIns="60840" anchor="ctr">
            <a:noAutofit/>
          </a:bodyPr>
          <a:lstStyle>
            <a:lvl1pPr indent="0">
              <a:buNone/>
              <a:defRPr lang="en-US" sz="1400" b="0" u="none" strike="noStrike">
                <a:solidFill>
                  <a:srgbClr val="FFFFFF"/>
                </a:solidFill>
                <a:latin typeface="Times New Roman"/>
              </a:defRPr>
            </a:lvl1pPr>
          </a:lstStyle>
          <a:p>
            <a:pPr indent="0">
              <a:buNone/>
              <a:defRPr/>
            </a:pPr>
            <a:r>
              <a:rPr lang="en-US" sz="1400" b="0" u="none" strike="noStrike">
                <a:solidFill>
                  <a:srgbClr val="FFFFFF"/>
                </a:solidFill>
                <a:latin typeface="Times New Roman"/>
              </a:rPr>
              <a:t>&lt;date/time&gt;</a:t>
            </a:r>
            <a:endParaRPr lang="en-US" sz="1400" b="0" u="none" strike="noStrike">
              <a:solidFill>
                <a:srgbClr val="FFFFFF"/>
              </a:solidFill>
              <a:latin typeface="Times New Roman"/>
            </a:endParaRPr>
          </a:p>
        </p:txBody>
      </p:sp>
    </p:spTree>
  </p:cSld>
  <p:clrMap bg1="dk1" tx1="lt1" bg2="dk2" tx2="lt2" accent1="accent1" accent2="accent2" accent3="accent3" accent4="accent4" accent5="accent5" accent6="accent6" hlink="hlink" folHlink="folHlink"/>
  <p:sldLayoutIdLst>
    <p:sldLayoutId id="2147483669" r:id="rId1"/>
  </p:sldLayoutIdLst>
</p:sldMaster>
</file>

<file path=ppt/slideMasters/slideMaster12.xml><?xml version="1.0" encoding="utf-8"?>
<p:sld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preserve="0">
  <p:cSld name="">
    <p:bg>
      <p:bgPr shadeToTitle="0">
        <a:gradFill rotWithShape="0">
          <a:gsLst>
            <a:gs pos="0">
              <a:srgbClr val="000000"/>
            </a:gs>
            <a:gs pos="85000">
              <a:srgbClr val="0E1830"/>
            </a:gs>
            <a:gs pos="100000">
              <a:srgbClr val="142141"/>
            </a:gs>
          </a:gsLst>
          <a:lin ang="3600000" scaled="1"/>
        </a:gra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grpSp>
        <p:nvGrpSpPr>
          <p:cNvPr id="2121699866" name="линии слева"/>
          <p:cNvGrpSpPr/>
          <p:nvPr/>
        </p:nvGrpSpPr>
        <p:grpSpPr bwMode="auto">
          <a:xfrm>
            <a:off x="-15840" y="-3240"/>
            <a:ext cx="818280" cy="5227560"/>
            <a:chOff x="-15840" y="-3240"/>
            <a:chExt cx="818280" cy="5227560"/>
          </a:xfrm>
        </p:grpSpPr>
        <p:sp>
          <p:nvSpPr>
            <p:cNvPr id="124" name="Полилиния 9"/>
            <p:cNvSpPr/>
            <p:nvPr/>
          </p:nvSpPr>
          <p:spPr bwMode="auto">
            <a:xfrm>
              <a:off x="-12600" y="0"/>
              <a:ext cx="815040" cy="5224320"/>
            </a:xfrm>
            <a:custGeom>
              <a:avLst/>
              <a:gdLst>
                <a:gd name="textAreaLeft" fmla="*/ 0 w 815040"/>
                <a:gd name="textAreaRight" fmla="*/ 816840 w 815040"/>
                <a:gd name="textAreaTop" fmla="*/ 0 h 5224320"/>
                <a:gd name="textAreaBottom" fmla="*/ 5226120 h 5224320"/>
              </a:gdLst>
              <a:ahLst/>
              <a:cxnLst/>
              <a:rect l="textAreaLeft" t="textAreaTop" r="textAreaRight" b="textAreaBottom"/>
              <a:pathLst>
                <a:path w="612775" h="3919538" fill="norm" stroke="1" extrusionOk="0">
                  <a:moveTo>
                    <a:pt x="0" y="3919538"/>
                  </a:moveTo>
                  <a:lnTo>
                    <a:pt x="612775" y="2984500"/>
                  </a:lnTo>
                  <a:lnTo>
                    <a:pt x="612775" y="0"/>
                  </a:lnTo>
                </a:path>
              </a:pathLst>
            </a:custGeom>
            <a:noFill/>
            <a:ln w="38100">
              <a:solidFill>
                <a:srgbClr val="007373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tIns="45000" rIns="90000" bIns="45000" anchor="ctr">
              <a:noAutofit/>
            </a:bodyPr>
            <a:p>
              <a:pPr algn="ctr" defTabSz="1218960">
                <a:lnSpc>
                  <a:spcPct val="100000"/>
                </a:lnSpc>
                <a:defRPr/>
              </a:pPr>
              <a:endParaRPr lang="ru-RU" sz="2400" b="0" u="none" strike="noStrike">
                <a:solidFill>
                  <a:schemeClr val="lt1"/>
                </a:solidFill>
                <a:latin typeface="Calibri"/>
              </a:endParaRPr>
            </a:p>
          </p:txBody>
        </p:sp>
        <p:sp>
          <p:nvSpPr>
            <p:cNvPr id="125" name="Полилиния 10"/>
            <p:cNvSpPr/>
            <p:nvPr/>
          </p:nvSpPr>
          <p:spPr bwMode="auto">
            <a:xfrm>
              <a:off x="-15840" y="0"/>
              <a:ext cx="545760" cy="4560840"/>
            </a:xfrm>
            <a:custGeom>
              <a:avLst/>
              <a:gdLst>
                <a:gd name="textAreaLeft" fmla="*/ 0 w 545760"/>
                <a:gd name="textAreaRight" fmla="*/ 547560 w 545760"/>
                <a:gd name="textAreaTop" fmla="*/ 0 h 4560840"/>
                <a:gd name="textAreaBottom" fmla="*/ 4562640 h 4560840"/>
              </a:gdLst>
              <a:ahLst/>
              <a:cxnLst/>
              <a:rect l="textAreaLeft" t="textAreaTop" r="textAreaRight" b="textAreaBottom"/>
              <a:pathLst>
                <a:path w="410751" h="3421856" fill="norm" stroke="1" extrusionOk="0">
                  <a:moveTo>
                    <a:pt x="0" y="3421856"/>
                  </a:moveTo>
                  <a:lnTo>
                    <a:pt x="410751" y="2798680"/>
                  </a:lnTo>
                  <a:lnTo>
                    <a:pt x="409575" y="0"/>
                  </a:lnTo>
                </a:path>
              </a:pathLst>
            </a:custGeom>
            <a:noFill/>
            <a:ln w="28575">
              <a:solidFill>
                <a:srgbClr val="007373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tIns="45000" rIns="90000" bIns="45000" anchor="ctr">
              <a:noAutofit/>
            </a:bodyPr>
            <a:p>
              <a:pPr algn="ctr" defTabSz="1218960">
                <a:lnSpc>
                  <a:spcPct val="100000"/>
                </a:lnSpc>
                <a:defRPr/>
              </a:pPr>
              <a:endParaRPr lang="ru-RU" sz="2400" b="0" u="none" strike="noStrike">
                <a:solidFill>
                  <a:schemeClr val="lt1"/>
                </a:solidFill>
                <a:latin typeface="Calibri"/>
              </a:endParaRPr>
            </a:p>
          </p:txBody>
        </p:sp>
        <p:sp>
          <p:nvSpPr>
            <p:cNvPr id="126" name="Полилиния 13"/>
            <p:cNvSpPr/>
            <p:nvPr/>
          </p:nvSpPr>
          <p:spPr bwMode="auto">
            <a:xfrm>
              <a:off x="-9360" y="-3240"/>
              <a:ext cx="316800" cy="3966840"/>
            </a:xfrm>
            <a:custGeom>
              <a:avLst/>
              <a:gdLst>
                <a:gd name="textAreaLeft" fmla="*/ 0 w 316800"/>
                <a:gd name="textAreaRight" fmla="*/ 318600 w 316800"/>
                <a:gd name="textAreaTop" fmla="*/ 0 h 3966840"/>
                <a:gd name="textAreaBottom" fmla="*/ 3968640 h 3966840"/>
              </a:gdLst>
              <a:ahLst/>
              <a:cxnLst/>
              <a:rect l="textAreaLeft" t="textAreaTop" r="textAreaRight" b="textAreaBottom"/>
              <a:pathLst>
                <a:path w="238919" h="2976561" fill="norm" stroke="1" extrusionOk="0">
                  <a:moveTo>
                    <a:pt x="0" y="2976561"/>
                  </a:moveTo>
                  <a:lnTo>
                    <a:pt x="238919" y="2616170"/>
                  </a:lnTo>
                  <a:cubicBezTo>
                    <a:pt x="238654" y="1744113"/>
                    <a:pt x="238390" y="872057"/>
                    <a:pt x="238125" y="0"/>
                  </a:cubicBezTo>
                </a:path>
              </a:pathLst>
            </a:custGeom>
            <a:noFill/>
            <a:ln>
              <a:solidFill>
                <a:srgbClr val="004D4D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tIns="45000" rIns="90000" bIns="45000" anchor="ctr">
              <a:noAutofit/>
            </a:bodyPr>
            <a:p>
              <a:pPr algn="ctr" defTabSz="1218960">
                <a:lnSpc>
                  <a:spcPct val="100000"/>
                </a:lnSpc>
                <a:defRPr/>
              </a:pPr>
              <a:endParaRPr lang="ru-RU" sz="2400" b="0" u="none" strike="noStrike">
                <a:solidFill>
                  <a:schemeClr val="lt1"/>
                </a:solidFill>
                <a:latin typeface="Calibri"/>
              </a:endParaRPr>
            </a:p>
          </p:txBody>
        </p:sp>
      </p:grpSp>
      <p:sp>
        <p:nvSpPr>
          <p:cNvPr id="353027598" name="PlaceHolder 1"/>
          <p:cNvSpPr>
            <a:spLocks noGrp="1"/>
          </p:cNvSpPr>
          <p:nvPr>
            <p:ph type="title"/>
          </p:nvPr>
        </p:nvSpPr>
        <p:spPr bwMode="auto">
          <a:xfrm>
            <a:off x="609120" y="273600"/>
            <a:ext cx="10969200" cy="11444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p>
            <a:pPr indent="0">
              <a:buNone/>
              <a:defRPr/>
            </a:pPr>
            <a:r>
              <a:rPr lang="en-US" sz="1800" b="0" u="none" strike="noStrike">
                <a:solidFill>
                  <a:srgbClr val="FFFFFF"/>
                </a:solidFill>
                <a:latin typeface="Arial"/>
              </a:rPr>
              <a:t>Click to edit the title text format</a:t>
            </a:r>
            <a:endParaRPr lang="en-US" sz="1800" b="0" u="none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144656700" name="PlaceHolder 2"/>
          <p:cNvSpPr>
            <a:spLocks noGrp="1"/>
          </p:cNvSpPr>
          <p:nvPr>
            <p:ph type="body"/>
          </p:nvPr>
        </p:nvSpPr>
        <p:spPr bwMode="auto">
          <a:xfrm>
            <a:off x="609120" y="1604520"/>
            <a:ext cx="10969200" cy="39769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FFFFFF"/>
              </a:buClr>
              <a:buSzPct val="45000"/>
              <a:buFont typeface="Wingdings"/>
              <a:buChar char=""/>
              <a:defRPr/>
            </a:pPr>
            <a:r>
              <a:rPr lang="en-US" sz="1800" b="0" u="none" strike="noStrike">
                <a:solidFill>
                  <a:srgbClr val="FFFFFF"/>
                </a:solidFill>
                <a:latin typeface="Arial"/>
              </a:rPr>
              <a:t>Click to edit the outline text format</a:t>
            </a:r>
            <a:endParaRPr lang="en-US" sz="1800" b="0" u="none" strike="noStrike">
              <a:solidFill>
                <a:srgbClr val="FFFFFF"/>
              </a:solidFill>
              <a:latin typeface="Arial"/>
            </a:endParaRPr>
          </a:p>
          <a:p>
            <a:pPr marL="864000" lvl="1" indent="-324000">
              <a:spcBef>
                <a:spcPts val="1134"/>
              </a:spcBef>
              <a:buClr>
                <a:srgbClr val="FFFFFF"/>
              </a:buClr>
              <a:buSzPct val="75000"/>
              <a:buFont typeface="Symbol"/>
              <a:buChar char=""/>
              <a:defRPr/>
            </a:pPr>
            <a:r>
              <a:rPr lang="en-US" sz="1800" b="0" u="none" strike="noStrike">
                <a:solidFill>
                  <a:srgbClr val="FFFFFF"/>
                </a:solidFill>
                <a:latin typeface="Arial"/>
              </a:rPr>
              <a:t>Second Outline Level</a:t>
            </a:r>
            <a:endParaRPr lang="en-US" sz="1800" b="0" u="none" strike="noStrike">
              <a:solidFill>
                <a:srgbClr val="FFFFFF"/>
              </a:solidFill>
              <a:latin typeface="Arial"/>
            </a:endParaRPr>
          </a:p>
          <a:p>
            <a:pPr marL="1296000" lvl="2" indent="-288000">
              <a:spcBef>
                <a:spcPts val="850"/>
              </a:spcBef>
              <a:buClr>
                <a:srgbClr val="FFFFFF"/>
              </a:buClr>
              <a:buSzPct val="45000"/>
              <a:buFont typeface="Wingdings"/>
              <a:buChar char=""/>
              <a:defRPr/>
            </a:pPr>
            <a:r>
              <a:rPr lang="en-US" sz="1800" b="0" u="none" strike="noStrike">
                <a:solidFill>
                  <a:srgbClr val="FFFFFF"/>
                </a:solidFill>
                <a:latin typeface="Arial"/>
              </a:rPr>
              <a:t>Third Outline Level</a:t>
            </a:r>
            <a:endParaRPr lang="en-US" sz="1800" b="0" u="none" strike="noStrike">
              <a:solidFill>
                <a:srgbClr val="FFFFFF"/>
              </a:solidFill>
              <a:latin typeface="Arial"/>
            </a:endParaRPr>
          </a:p>
          <a:p>
            <a:pPr marL="1728000" lvl="3" indent="-216000">
              <a:spcBef>
                <a:spcPts val="567"/>
              </a:spcBef>
              <a:buClr>
                <a:srgbClr val="FFFFFF"/>
              </a:buClr>
              <a:buSzPct val="75000"/>
              <a:buFont typeface="Symbol"/>
              <a:buChar char=""/>
              <a:defRPr/>
            </a:pPr>
            <a:r>
              <a:rPr lang="en-US" sz="1800" b="0" u="none" strike="noStrike">
                <a:solidFill>
                  <a:srgbClr val="FFFFFF"/>
                </a:solidFill>
                <a:latin typeface="Arial"/>
              </a:rPr>
              <a:t>Fourth Outline Level</a:t>
            </a:r>
            <a:endParaRPr lang="en-US" sz="1800" b="0" u="none" strike="noStrike">
              <a:solidFill>
                <a:srgbClr val="FFFFFF"/>
              </a:solidFill>
              <a:latin typeface="Arial"/>
            </a:endParaRPr>
          </a:p>
          <a:p>
            <a:pPr marL="2160000" lvl="4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/>
              <a:buChar char=""/>
              <a:defRPr/>
            </a:pPr>
            <a:r>
              <a:rPr lang="en-US" sz="1800" b="0" u="none" strike="noStrike">
                <a:solidFill>
                  <a:srgbClr val="FFFFFF"/>
                </a:solidFill>
                <a:latin typeface="Arial"/>
              </a:rPr>
              <a:t>Fifth Outline Level</a:t>
            </a:r>
            <a:endParaRPr lang="en-US" sz="1800" b="0" u="none" strike="noStrike">
              <a:solidFill>
                <a:srgbClr val="FFFFFF"/>
              </a:solidFill>
              <a:latin typeface="Arial"/>
            </a:endParaRPr>
          </a:p>
          <a:p>
            <a:pPr marL="2592000" lvl="5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/>
              <a:buChar char=""/>
              <a:defRPr/>
            </a:pPr>
            <a:r>
              <a:rPr lang="en-US" sz="1800" b="0" u="none" strike="noStrike">
                <a:solidFill>
                  <a:srgbClr val="FFFFFF"/>
                </a:solidFill>
                <a:latin typeface="Arial"/>
              </a:rPr>
              <a:t>Sixth Outline Level</a:t>
            </a:r>
            <a:endParaRPr lang="en-US" sz="1800" b="0" u="none" strike="noStrike">
              <a:solidFill>
                <a:srgbClr val="FFFFFF"/>
              </a:solidFill>
              <a:latin typeface="Arial"/>
            </a:endParaRPr>
          </a:p>
          <a:p>
            <a:pPr marL="3024000" lvl="6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/>
              <a:buChar char=""/>
              <a:defRPr/>
            </a:pPr>
            <a:r>
              <a:rPr lang="en-US" sz="1800" b="0" u="none" strike="noStrike">
                <a:solidFill>
                  <a:srgbClr val="FFFFFF"/>
                </a:solidFill>
                <a:latin typeface="Arial"/>
              </a:rPr>
              <a:t>Seventh Outline Level</a:t>
            </a:r>
            <a:endParaRPr lang="en-US" sz="1800" b="0" u="none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746392774" name="PlaceHolder 3"/>
          <p:cNvSpPr>
            <a:spLocks noGrp="1"/>
          </p:cNvSpPr>
          <p:nvPr>
            <p:ph type="ftr" idx="37"/>
          </p:nvPr>
        </p:nvSpPr>
        <p:spPr bwMode="auto">
          <a:xfrm>
            <a:off x="3453480" y="6356520"/>
            <a:ext cx="5280120" cy="363240"/>
          </a:xfrm>
          <a:prstGeom prst="rect">
            <a:avLst/>
          </a:prstGeom>
          <a:noFill/>
          <a:ln w="0">
            <a:noFill/>
          </a:ln>
        </p:spPr>
        <p:txBody>
          <a:bodyPr lIns="122040" tIns="60840" rIns="122040" bIns="6084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en-US" sz="1400" b="0" u="none" strike="noStrike">
                <a:solidFill>
                  <a:srgbClr val="FFFFFF"/>
                </a:solidFill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  <a:defRPr/>
            </a:pPr>
            <a:r>
              <a:rPr lang="en-US" sz="1400" b="0" u="none" strike="noStrike">
                <a:solidFill>
                  <a:srgbClr val="FFFFFF"/>
                </a:solidFill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809412362" name="PlaceHolder 4"/>
          <p:cNvSpPr>
            <a:spLocks noGrp="1"/>
          </p:cNvSpPr>
          <p:nvPr>
            <p:ph type="sldNum" idx="38"/>
          </p:nvPr>
        </p:nvSpPr>
        <p:spPr bwMode="auto">
          <a:xfrm>
            <a:off x="10563480" y="6356520"/>
            <a:ext cx="1013760" cy="363240"/>
          </a:xfrm>
          <a:prstGeom prst="rect">
            <a:avLst/>
          </a:prstGeom>
          <a:noFill/>
          <a:ln w="0">
            <a:noFill/>
          </a:ln>
        </p:spPr>
        <p:txBody>
          <a:bodyPr lIns="122040" tIns="60840" rIns="122040" bIns="60840" anchor="ctr">
            <a:noAutofit/>
          </a:bodyPr>
          <a:lstStyle>
            <a:lvl1pPr indent="0" defTabSz="1218960">
              <a:lnSpc>
                <a:spcPct val="100000"/>
              </a:lnSpc>
              <a:buNone/>
              <a:tabLst>
                <a:tab pos="0" algn="l"/>
              </a:tabLst>
              <a:defRPr lang="ru-RU" sz="1200" b="0" u="none" strike="noStrike">
                <a:solidFill>
                  <a:schemeClr val="lt1">
                    <a:tint val="75000"/>
                  </a:schemeClr>
                </a:solidFill>
                <a:latin typeface="Calibri"/>
              </a:defRPr>
            </a:lvl1pPr>
          </a:lstStyle>
          <a:p>
            <a:pPr indent="0" defTabSz="1218960">
              <a:lnSpc>
                <a:spcPct val="100000"/>
              </a:lnSpc>
              <a:buNone/>
              <a:tabLst>
                <a:tab pos="0" algn="l"/>
              </a:tabLst>
              <a:defRPr/>
            </a:pPr>
            <a:fld id="{DB661C03-9AF4-47FA-A5DC-31C31BD786BA}" type="slidenum">
              <a:rPr lang="ru-RU" sz="1200" b="0" u="none" strike="noStrike">
                <a:solidFill>
                  <a:schemeClr val="lt1">
                    <a:tint val="75000"/>
                  </a:schemeClr>
                </a:solidFill>
                <a:latin typeface="Calibri"/>
              </a:rPr>
              <a:t>&lt;number&gt;</a:t>
            </a:fld>
            <a:endParaRPr lang="en-US" sz="1200" b="0" u="none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42325483" name="PlaceHolder 5"/>
          <p:cNvSpPr>
            <a:spLocks noGrp="1"/>
          </p:cNvSpPr>
          <p:nvPr>
            <p:ph type="dt" idx="39"/>
          </p:nvPr>
        </p:nvSpPr>
        <p:spPr bwMode="auto">
          <a:xfrm>
            <a:off x="1218960" y="6356520"/>
            <a:ext cx="2232720" cy="363240"/>
          </a:xfrm>
          <a:prstGeom prst="rect">
            <a:avLst/>
          </a:prstGeom>
          <a:noFill/>
          <a:ln w="0">
            <a:noFill/>
          </a:ln>
        </p:spPr>
        <p:txBody>
          <a:bodyPr lIns="122040" tIns="60840" rIns="122040" bIns="60840" anchor="ctr">
            <a:noAutofit/>
          </a:bodyPr>
          <a:lstStyle>
            <a:lvl1pPr indent="0">
              <a:buNone/>
              <a:defRPr lang="en-US" sz="1400" b="0" u="none" strike="noStrike">
                <a:solidFill>
                  <a:srgbClr val="FFFFFF"/>
                </a:solidFill>
                <a:latin typeface="Times New Roman"/>
              </a:defRPr>
            </a:lvl1pPr>
          </a:lstStyle>
          <a:p>
            <a:pPr indent="0">
              <a:buNone/>
              <a:defRPr/>
            </a:pPr>
            <a:r>
              <a:rPr lang="en-US" sz="1400" b="0" u="none" strike="noStrike">
                <a:solidFill>
                  <a:srgbClr val="FFFFFF"/>
                </a:solidFill>
                <a:latin typeface="Times New Roman"/>
              </a:rPr>
              <a:t>&lt;date/time&gt;</a:t>
            </a:r>
            <a:endParaRPr lang="en-US" sz="1400" b="0" u="none" strike="noStrike">
              <a:solidFill>
                <a:srgbClr val="FFFFFF"/>
              </a:solidFill>
              <a:latin typeface="Times New Roman"/>
            </a:endParaRPr>
          </a:p>
        </p:txBody>
      </p:sp>
    </p:spTree>
  </p:cSld>
  <p:clrMap bg1="dk1" tx1="lt1" bg2="dk2" tx2="lt2" accent1="accent1" accent2="accent2" accent3="accent3" accent4="accent4" accent5="accent5" accent6="accent6" hlink="hlink" folHlink="folHlink"/>
  <p:sldLayoutIdLst>
    <p:sldLayoutId id="2147483671" r:id="rId1"/>
  </p:sldLayoutIdLst>
</p:sldMaster>
</file>

<file path=ppt/slideMasters/slideMaster13.xml><?xml version="1.0" encoding="utf-8"?>
<p:sld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preserve="0">
  <p:cSld name="">
    <p:bg>
      <p:bgPr shadeToTitle="0">
        <a:gradFill rotWithShape="0">
          <a:gsLst>
            <a:gs pos="0">
              <a:srgbClr val="000000"/>
            </a:gs>
            <a:gs pos="85000">
              <a:srgbClr val="0E1830"/>
            </a:gs>
            <a:gs pos="100000">
              <a:srgbClr val="142141"/>
            </a:gs>
          </a:gsLst>
          <a:lin ang="3600000" scaled="1"/>
        </a:gra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grpSp>
        <p:nvGrpSpPr>
          <p:cNvPr id="1840562306" name="линии слева"/>
          <p:cNvGrpSpPr/>
          <p:nvPr/>
        </p:nvGrpSpPr>
        <p:grpSpPr bwMode="auto">
          <a:xfrm>
            <a:off x="-15840" y="-3240"/>
            <a:ext cx="818280" cy="5227560"/>
            <a:chOff x="-15840" y="-3240"/>
            <a:chExt cx="818280" cy="5227560"/>
          </a:xfrm>
        </p:grpSpPr>
        <p:sp>
          <p:nvSpPr>
            <p:cNvPr id="135" name="Полилиния 9"/>
            <p:cNvSpPr/>
            <p:nvPr/>
          </p:nvSpPr>
          <p:spPr bwMode="auto">
            <a:xfrm>
              <a:off x="-12600" y="0"/>
              <a:ext cx="815040" cy="5224320"/>
            </a:xfrm>
            <a:custGeom>
              <a:avLst/>
              <a:gdLst>
                <a:gd name="textAreaLeft" fmla="*/ 0 w 815040"/>
                <a:gd name="textAreaRight" fmla="*/ 816840 w 815040"/>
                <a:gd name="textAreaTop" fmla="*/ 0 h 5224320"/>
                <a:gd name="textAreaBottom" fmla="*/ 5226120 h 5224320"/>
              </a:gdLst>
              <a:ahLst/>
              <a:cxnLst/>
              <a:rect l="textAreaLeft" t="textAreaTop" r="textAreaRight" b="textAreaBottom"/>
              <a:pathLst>
                <a:path w="612775" h="3919538" fill="norm" stroke="1" extrusionOk="0">
                  <a:moveTo>
                    <a:pt x="0" y="3919538"/>
                  </a:moveTo>
                  <a:lnTo>
                    <a:pt x="612775" y="2984500"/>
                  </a:lnTo>
                  <a:lnTo>
                    <a:pt x="612775" y="0"/>
                  </a:lnTo>
                </a:path>
              </a:pathLst>
            </a:custGeom>
            <a:noFill/>
            <a:ln w="38100">
              <a:solidFill>
                <a:srgbClr val="007373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tIns="45000" rIns="90000" bIns="45000" anchor="ctr">
              <a:noAutofit/>
            </a:bodyPr>
            <a:p>
              <a:pPr algn="ctr" defTabSz="1218960">
                <a:lnSpc>
                  <a:spcPct val="100000"/>
                </a:lnSpc>
                <a:defRPr/>
              </a:pPr>
              <a:endParaRPr lang="ru-RU" sz="2400" b="0" u="none" strike="noStrike">
                <a:solidFill>
                  <a:schemeClr val="lt1"/>
                </a:solidFill>
                <a:latin typeface="Calibri"/>
              </a:endParaRPr>
            </a:p>
          </p:txBody>
        </p:sp>
        <p:sp>
          <p:nvSpPr>
            <p:cNvPr id="136" name="Полилиния 10"/>
            <p:cNvSpPr/>
            <p:nvPr/>
          </p:nvSpPr>
          <p:spPr bwMode="auto">
            <a:xfrm>
              <a:off x="-15840" y="0"/>
              <a:ext cx="545760" cy="4560840"/>
            </a:xfrm>
            <a:custGeom>
              <a:avLst/>
              <a:gdLst>
                <a:gd name="textAreaLeft" fmla="*/ 0 w 545760"/>
                <a:gd name="textAreaRight" fmla="*/ 547560 w 545760"/>
                <a:gd name="textAreaTop" fmla="*/ 0 h 4560840"/>
                <a:gd name="textAreaBottom" fmla="*/ 4562640 h 4560840"/>
              </a:gdLst>
              <a:ahLst/>
              <a:cxnLst/>
              <a:rect l="textAreaLeft" t="textAreaTop" r="textAreaRight" b="textAreaBottom"/>
              <a:pathLst>
                <a:path w="410751" h="3421856" fill="norm" stroke="1" extrusionOk="0">
                  <a:moveTo>
                    <a:pt x="0" y="3421856"/>
                  </a:moveTo>
                  <a:lnTo>
                    <a:pt x="410751" y="2798680"/>
                  </a:lnTo>
                  <a:lnTo>
                    <a:pt x="409575" y="0"/>
                  </a:lnTo>
                </a:path>
              </a:pathLst>
            </a:custGeom>
            <a:noFill/>
            <a:ln w="28575">
              <a:solidFill>
                <a:srgbClr val="007373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tIns="45000" rIns="90000" bIns="45000" anchor="ctr">
              <a:noAutofit/>
            </a:bodyPr>
            <a:p>
              <a:pPr algn="ctr" defTabSz="1218960">
                <a:lnSpc>
                  <a:spcPct val="100000"/>
                </a:lnSpc>
                <a:defRPr/>
              </a:pPr>
              <a:endParaRPr lang="ru-RU" sz="2400" b="0" u="none" strike="noStrike">
                <a:solidFill>
                  <a:schemeClr val="lt1"/>
                </a:solidFill>
                <a:latin typeface="Calibri"/>
              </a:endParaRPr>
            </a:p>
          </p:txBody>
        </p:sp>
        <p:sp>
          <p:nvSpPr>
            <p:cNvPr id="137" name="Полилиния 13"/>
            <p:cNvSpPr/>
            <p:nvPr/>
          </p:nvSpPr>
          <p:spPr bwMode="auto">
            <a:xfrm>
              <a:off x="-9360" y="-3240"/>
              <a:ext cx="316800" cy="3966840"/>
            </a:xfrm>
            <a:custGeom>
              <a:avLst/>
              <a:gdLst>
                <a:gd name="textAreaLeft" fmla="*/ 0 w 316800"/>
                <a:gd name="textAreaRight" fmla="*/ 318600 w 316800"/>
                <a:gd name="textAreaTop" fmla="*/ 0 h 3966840"/>
                <a:gd name="textAreaBottom" fmla="*/ 3968640 h 3966840"/>
              </a:gdLst>
              <a:ahLst/>
              <a:cxnLst/>
              <a:rect l="textAreaLeft" t="textAreaTop" r="textAreaRight" b="textAreaBottom"/>
              <a:pathLst>
                <a:path w="238919" h="2976561" fill="norm" stroke="1" extrusionOk="0">
                  <a:moveTo>
                    <a:pt x="0" y="2976561"/>
                  </a:moveTo>
                  <a:lnTo>
                    <a:pt x="238919" y="2616170"/>
                  </a:lnTo>
                  <a:cubicBezTo>
                    <a:pt x="238654" y="1744113"/>
                    <a:pt x="238390" y="872057"/>
                    <a:pt x="238125" y="0"/>
                  </a:cubicBezTo>
                </a:path>
              </a:pathLst>
            </a:custGeom>
            <a:noFill/>
            <a:ln>
              <a:solidFill>
                <a:srgbClr val="004D4D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tIns="45000" rIns="90000" bIns="45000" anchor="ctr">
              <a:noAutofit/>
            </a:bodyPr>
            <a:p>
              <a:pPr algn="ctr" defTabSz="1218960">
                <a:lnSpc>
                  <a:spcPct val="100000"/>
                </a:lnSpc>
                <a:defRPr/>
              </a:pPr>
              <a:endParaRPr lang="ru-RU" sz="2400" b="0" u="none" strike="noStrike">
                <a:solidFill>
                  <a:schemeClr val="lt1"/>
                </a:solidFill>
                <a:latin typeface="Calibri"/>
              </a:endParaRPr>
            </a:p>
          </p:txBody>
        </p:sp>
      </p:grpSp>
      <p:sp>
        <p:nvSpPr>
          <p:cNvPr id="1276668982" name="PlaceHolder 1"/>
          <p:cNvSpPr>
            <a:spLocks noGrp="1"/>
          </p:cNvSpPr>
          <p:nvPr>
            <p:ph type="ftr" idx="40"/>
          </p:nvPr>
        </p:nvSpPr>
        <p:spPr bwMode="auto">
          <a:xfrm>
            <a:off x="3453480" y="6356520"/>
            <a:ext cx="5280120" cy="363240"/>
          </a:xfrm>
          <a:prstGeom prst="rect">
            <a:avLst/>
          </a:prstGeom>
          <a:noFill/>
          <a:ln w="0">
            <a:noFill/>
          </a:ln>
        </p:spPr>
        <p:txBody>
          <a:bodyPr lIns="122040" tIns="60840" rIns="122040" bIns="6084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en-US" sz="1400" b="0" u="none" strike="noStrike">
                <a:solidFill>
                  <a:srgbClr val="FFFFFF"/>
                </a:solidFill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  <a:defRPr/>
            </a:pPr>
            <a:r>
              <a:rPr lang="en-US" sz="1400" b="0" u="none" strike="noStrike">
                <a:solidFill>
                  <a:srgbClr val="FFFFFF"/>
                </a:solidFill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805249633" name="PlaceHolder 2"/>
          <p:cNvSpPr>
            <a:spLocks noGrp="1"/>
          </p:cNvSpPr>
          <p:nvPr>
            <p:ph type="sldNum" idx="41"/>
          </p:nvPr>
        </p:nvSpPr>
        <p:spPr bwMode="auto">
          <a:xfrm>
            <a:off x="10563480" y="6356520"/>
            <a:ext cx="1013760" cy="363240"/>
          </a:xfrm>
          <a:prstGeom prst="rect">
            <a:avLst/>
          </a:prstGeom>
          <a:noFill/>
          <a:ln w="0">
            <a:noFill/>
          </a:ln>
        </p:spPr>
        <p:txBody>
          <a:bodyPr lIns="122040" tIns="60840" rIns="122040" bIns="60840" anchor="ctr">
            <a:noAutofit/>
          </a:bodyPr>
          <a:lstStyle>
            <a:lvl1pPr indent="0" defTabSz="1218960">
              <a:lnSpc>
                <a:spcPct val="100000"/>
              </a:lnSpc>
              <a:buNone/>
              <a:tabLst>
                <a:tab pos="0" algn="l"/>
              </a:tabLst>
              <a:defRPr lang="ru-RU" sz="1200" b="0" u="none" strike="noStrike">
                <a:solidFill>
                  <a:schemeClr val="lt1">
                    <a:tint val="75000"/>
                  </a:schemeClr>
                </a:solidFill>
                <a:latin typeface="Calibri"/>
              </a:defRPr>
            </a:lvl1pPr>
          </a:lstStyle>
          <a:p>
            <a:pPr indent="0" defTabSz="1218960">
              <a:lnSpc>
                <a:spcPct val="100000"/>
              </a:lnSpc>
              <a:buNone/>
              <a:tabLst>
                <a:tab pos="0" algn="l"/>
              </a:tabLst>
              <a:defRPr/>
            </a:pPr>
            <a:fld id="{6D87D2D0-7879-4552-919E-312549B5F7C0}" type="slidenum">
              <a:rPr lang="ru-RU" sz="1200" b="0" u="none" strike="noStrike">
                <a:solidFill>
                  <a:schemeClr val="lt1">
                    <a:tint val="75000"/>
                  </a:schemeClr>
                </a:solidFill>
                <a:latin typeface="Calibri"/>
              </a:rPr>
              <a:t>&lt;number&gt;</a:t>
            </a:fld>
            <a:endParaRPr lang="en-US" sz="1200" b="0" u="none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415039142" name="PlaceHolder 3"/>
          <p:cNvSpPr>
            <a:spLocks noGrp="1"/>
          </p:cNvSpPr>
          <p:nvPr>
            <p:ph type="dt" idx="42"/>
          </p:nvPr>
        </p:nvSpPr>
        <p:spPr bwMode="auto">
          <a:xfrm>
            <a:off x="1218960" y="6356520"/>
            <a:ext cx="2232720" cy="363240"/>
          </a:xfrm>
          <a:prstGeom prst="rect">
            <a:avLst/>
          </a:prstGeom>
          <a:noFill/>
          <a:ln w="0">
            <a:noFill/>
          </a:ln>
        </p:spPr>
        <p:txBody>
          <a:bodyPr lIns="122040" tIns="60840" rIns="122040" bIns="60840" anchor="ctr">
            <a:noAutofit/>
          </a:bodyPr>
          <a:lstStyle>
            <a:lvl1pPr indent="0">
              <a:buNone/>
              <a:defRPr lang="en-US" sz="1400" b="0" u="none" strike="noStrike">
                <a:solidFill>
                  <a:srgbClr val="FFFFFF"/>
                </a:solidFill>
                <a:latin typeface="Times New Roman"/>
              </a:defRPr>
            </a:lvl1pPr>
          </a:lstStyle>
          <a:p>
            <a:pPr indent="0">
              <a:buNone/>
              <a:defRPr/>
            </a:pPr>
            <a:r>
              <a:rPr lang="en-US" sz="1400" b="0" u="none" strike="noStrike">
                <a:solidFill>
                  <a:srgbClr val="FFFFFF"/>
                </a:solidFill>
                <a:latin typeface="Times New Roman"/>
              </a:rPr>
              <a:t>&lt;date/time&gt;</a:t>
            </a:r>
            <a:endParaRPr lang="en-US" sz="1400" b="0" u="none" strike="noStrike">
              <a:solidFill>
                <a:srgbClr val="FFFFFF"/>
              </a:solidFill>
              <a:latin typeface="Times New Roman"/>
            </a:endParaRPr>
          </a:p>
        </p:txBody>
      </p:sp>
    </p:spTree>
  </p:cSld>
  <p:clrMap bg1="dk1" tx1="lt1" bg2="dk2" tx2="lt2" accent1="accent1" accent2="accent2" accent3="accent3" accent4="accent4" accent5="accent5" accent6="accent6" hlink="hlink" folHlink="folHlink"/>
  <p:sldLayoutIdLst>
    <p:sldLayoutId id="2147483673" r:id="rId1"/>
  </p:sldLayoutIdLst>
</p:sldMaster>
</file>

<file path=ppt/slideMasters/slideMaster14.xml><?xml version="1.0" encoding="utf-8"?>
<p:sld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preserve="0">
  <p:cSld name="">
    <p:bg>
      <p:bgPr shadeToTitle="0">
        <a:gradFill rotWithShape="0">
          <a:gsLst>
            <a:gs pos="0">
              <a:srgbClr val="000000"/>
            </a:gs>
            <a:gs pos="85000">
              <a:srgbClr val="0E1830"/>
            </a:gs>
            <a:gs pos="100000">
              <a:srgbClr val="142141"/>
            </a:gs>
          </a:gsLst>
          <a:lin ang="3600000" scaled="1"/>
        </a:gra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grpSp>
        <p:nvGrpSpPr>
          <p:cNvPr id="296937128" name="линии слева"/>
          <p:cNvGrpSpPr/>
          <p:nvPr/>
        </p:nvGrpSpPr>
        <p:grpSpPr bwMode="auto">
          <a:xfrm>
            <a:off x="-15840" y="-3240"/>
            <a:ext cx="818280" cy="5227560"/>
            <a:chOff x="-15840" y="-3240"/>
            <a:chExt cx="818280" cy="5227560"/>
          </a:xfrm>
        </p:grpSpPr>
        <p:sp>
          <p:nvSpPr>
            <p:cNvPr id="142" name="Полилиния 9"/>
            <p:cNvSpPr/>
            <p:nvPr/>
          </p:nvSpPr>
          <p:spPr bwMode="auto">
            <a:xfrm>
              <a:off x="-12600" y="0"/>
              <a:ext cx="815040" cy="5224320"/>
            </a:xfrm>
            <a:custGeom>
              <a:avLst/>
              <a:gdLst>
                <a:gd name="textAreaLeft" fmla="*/ 0 w 815040"/>
                <a:gd name="textAreaRight" fmla="*/ 816840 w 815040"/>
                <a:gd name="textAreaTop" fmla="*/ 0 h 5224320"/>
                <a:gd name="textAreaBottom" fmla="*/ 5226120 h 5224320"/>
              </a:gdLst>
              <a:ahLst/>
              <a:cxnLst/>
              <a:rect l="textAreaLeft" t="textAreaTop" r="textAreaRight" b="textAreaBottom"/>
              <a:pathLst>
                <a:path w="612775" h="3919538" fill="norm" stroke="1" extrusionOk="0">
                  <a:moveTo>
                    <a:pt x="0" y="3919538"/>
                  </a:moveTo>
                  <a:lnTo>
                    <a:pt x="612775" y="2984500"/>
                  </a:lnTo>
                  <a:lnTo>
                    <a:pt x="612775" y="0"/>
                  </a:lnTo>
                </a:path>
              </a:pathLst>
            </a:custGeom>
            <a:noFill/>
            <a:ln w="38100">
              <a:solidFill>
                <a:srgbClr val="007373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tIns="45000" rIns="90000" bIns="45000" anchor="ctr">
              <a:noAutofit/>
            </a:bodyPr>
            <a:p>
              <a:pPr algn="ctr" defTabSz="1218960">
                <a:lnSpc>
                  <a:spcPct val="100000"/>
                </a:lnSpc>
                <a:defRPr/>
              </a:pPr>
              <a:endParaRPr lang="ru-RU" sz="2400" b="0" u="none" strike="noStrike">
                <a:solidFill>
                  <a:schemeClr val="lt1"/>
                </a:solidFill>
                <a:latin typeface="Calibri"/>
              </a:endParaRPr>
            </a:p>
          </p:txBody>
        </p:sp>
        <p:sp>
          <p:nvSpPr>
            <p:cNvPr id="143" name="Полилиния 10"/>
            <p:cNvSpPr/>
            <p:nvPr/>
          </p:nvSpPr>
          <p:spPr bwMode="auto">
            <a:xfrm>
              <a:off x="-15840" y="0"/>
              <a:ext cx="545760" cy="4560840"/>
            </a:xfrm>
            <a:custGeom>
              <a:avLst/>
              <a:gdLst>
                <a:gd name="textAreaLeft" fmla="*/ 0 w 545760"/>
                <a:gd name="textAreaRight" fmla="*/ 547560 w 545760"/>
                <a:gd name="textAreaTop" fmla="*/ 0 h 4560840"/>
                <a:gd name="textAreaBottom" fmla="*/ 4562640 h 4560840"/>
              </a:gdLst>
              <a:ahLst/>
              <a:cxnLst/>
              <a:rect l="textAreaLeft" t="textAreaTop" r="textAreaRight" b="textAreaBottom"/>
              <a:pathLst>
                <a:path w="410751" h="3421856" fill="norm" stroke="1" extrusionOk="0">
                  <a:moveTo>
                    <a:pt x="0" y="3421856"/>
                  </a:moveTo>
                  <a:lnTo>
                    <a:pt x="410751" y="2798680"/>
                  </a:lnTo>
                  <a:lnTo>
                    <a:pt x="409575" y="0"/>
                  </a:lnTo>
                </a:path>
              </a:pathLst>
            </a:custGeom>
            <a:noFill/>
            <a:ln w="28575">
              <a:solidFill>
                <a:srgbClr val="007373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tIns="45000" rIns="90000" bIns="45000" anchor="ctr">
              <a:noAutofit/>
            </a:bodyPr>
            <a:p>
              <a:pPr algn="ctr" defTabSz="1218960">
                <a:lnSpc>
                  <a:spcPct val="100000"/>
                </a:lnSpc>
                <a:defRPr/>
              </a:pPr>
              <a:endParaRPr lang="ru-RU" sz="2400" b="0" u="none" strike="noStrike">
                <a:solidFill>
                  <a:schemeClr val="lt1"/>
                </a:solidFill>
                <a:latin typeface="Calibri"/>
              </a:endParaRPr>
            </a:p>
          </p:txBody>
        </p:sp>
        <p:sp>
          <p:nvSpPr>
            <p:cNvPr id="144" name="Полилиния 13"/>
            <p:cNvSpPr/>
            <p:nvPr/>
          </p:nvSpPr>
          <p:spPr bwMode="auto">
            <a:xfrm>
              <a:off x="-9360" y="-3240"/>
              <a:ext cx="316800" cy="3966840"/>
            </a:xfrm>
            <a:custGeom>
              <a:avLst/>
              <a:gdLst>
                <a:gd name="textAreaLeft" fmla="*/ 0 w 316800"/>
                <a:gd name="textAreaRight" fmla="*/ 318600 w 316800"/>
                <a:gd name="textAreaTop" fmla="*/ 0 h 3966840"/>
                <a:gd name="textAreaBottom" fmla="*/ 3968640 h 3966840"/>
              </a:gdLst>
              <a:ahLst/>
              <a:cxnLst/>
              <a:rect l="textAreaLeft" t="textAreaTop" r="textAreaRight" b="textAreaBottom"/>
              <a:pathLst>
                <a:path w="238919" h="2976561" fill="norm" stroke="1" extrusionOk="0">
                  <a:moveTo>
                    <a:pt x="0" y="2976561"/>
                  </a:moveTo>
                  <a:lnTo>
                    <a:pt x="238919" y="2616170"/>
                  </a:lnTo>
                  <a:cubicBezTo>
                    <a:pt x="238654" y="1744113"/>
                    <a:pt x="238390" y="872057"/>
                    <a:pt x="238125" y="0"/>
                  </a:cubicBezTo>
                </a:path>
              </a:pathLst>
            </a:custGeom>
            <a:noFill/>
            <a:ln>
              <a:solidFill>
                <a:srgbClr val="004D4D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tIns="45000" rIns="90000" bIns="45000" anchor="ctr">
              <a:noAutofit/>
            </a:bodyPr>
            <a:p>
              <a:pPr algn="ctr" defTabSz="1218960">
                <a:lnSpc>
                  <a:spcPct val="100000"/>
                </a:lnSpc>
                <a:defRPr/>
              </a:pPr>
              <a:endParaRPr lang="ru-RU" sz="2400" b="0" u="none" strike="noStrike">
                <a:solidFill>
                  <a:schemeClr val="lt1"/>
                </a:solidFill>
                <a:latin typeface="Calibri"/>
              </a:endParaRPr>
            </a:p>
          </p:txBody>
        </p:sp>
      </p:grpSp>
      <p:sp>
        <p:nvSpPr>
          <p:cNvPr id="1043919849" name="PlaceHolder 1"/>
          <p:cNvSpPr>
            <a:spLocks noGrp="1"/>
          </p:cNvSpPr>
          <p:nvPr>
            <p:ph type="ftr" idx="43"/>
          </p:nvPr>
        </p:nvSpPr>
        <p:spPr bwMode="auto">
          <a:xfrm>
            <a:off x="3453480" y="6356520"/>
            <a:ext cx="5280120" cy="363240"/>
          </a:xfrm>
          <a:prstGeom prst="rect">
            <a:avLst/>
          </a:prstGeom>
          <a:noFill/>
          <a:ln w="0">
            <a:noFill/>
          </a:ln>
        </p:spPr>
        <p:txBody>
          <a:bodyPr lIns="122040" tIns="60840" rIns="122040" bIns="6084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en-US" sz="1400" b="0" u="none" strike="noStrike">
                <a:solidFill>
                  <a:srgbClr val="FFFFFF"/>
                </a:solidFill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  <a:defRPr/>
            </a:pPr>
            <a:r>
              <a:rPr lang="en-US" sz="1400" b="0" u="none" strike="noStrike">
                <a:solidFill>
                  <a:srgbClr val="FFFFFF"/>
                </a:solidFill>
                <a:latin typeface="Times New Roman"/>
              </a:rPr>
              <a:t> </a:t>
            </a:r>
            <a:endParaRPr lang="en-US" sz="1400" b="0" u="none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761264596" name="PlaceHolder 2"/>
          <p:cNvSpPr>
            <a:spLocks noGrp="1"/>
          </p:cNvSpPr>
          <p:nvPr>
            <p:ph type="sldNum" idx="44"/>
          </p:nvPr>
        </p:nvSpPr>
        <p:spPr bwMode="auto">
          <a:xfrm>
            <a:off x="10563480" y="6356520"/>
            <a:ext cx="1013760" cy="363240"/>
          </a:xfrm>
          <a:prstGeom prst="rect">
            <a:avLst/>
          </a:prstGeom>
          <a:noFill/>
          <a:ln w="0">
            <a:noFill/>
          </a:ln>
        </p:spPr>
        <p:txBody>
          <a:bodyPr lIns="122040" tIns="60840" rIns="122040" bIns="60840" anchor="ctr">
            <a:noAutofit/>
          </a:bodyPr>
          <a:lstStyle>
            <a:lvl1pPr indent="0" defTabSz="1218960">
              <a:lnSpc>
                <a:spcPct val="100000"/>
              </a:lnSpc>
              <a:buNone/>
              <a:tabLst>
                <a:tab pos="0" algn="l"/>
              </a:tabLst>
              <a:defRPr lang="ru-RU" sz="1200" b="0" u="none" strike="noStrike">
                <a:solidFill>
                  <a:schemeClr val="lt1">
                    <a:tint val="75000"/>
                  </a:schemeClr>
                </a:solidFill>
                <a:latin typeface="Calibri"/>
              </a:defRPr>
            </a:lvl1pPr>
          </a:lstStyle>
          <a:p>
            <a:pPr indent="0" defTabSz="1218960">
              <a:lnSpc>
                <a:spcPct val="100000"/>
              </a:lnSpc>
              <a:buNone/>
              <a:tabLst>
                <a:tab pos="0" algn="l"/>
              </a:tabLst>
              <a:defRPr/>
            </a:pPr>
            <a:fld id="{47DA4C0D-7A08-4D1D-A009-7741BF29C9DD}" type="slidenum">
              <a:rPr lang="ru-RU" sz="1200" b="0" u="none" strike="noStrike">
                <a:solidFill>
                  <a:schemeClr val="lt1">
                    <a:tint val="75000"/>
                  </a:schemeClr>
                </a:solidFill>
                <a:latin typeface="Calibri"/>
              </a:rPr>
              <a:t>1</a:t>
            </a:fld>
            <a:endParaRPr lang="en-US" sz="1200" b="0" u="none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854370229" name="PlaceHolder 3"/>
          <p:cNvSpPr>
            <a:spLocks noGrp="1"/>
          </p:cNvSpPr>
          <p:nvPr>
            <p:ph type="dt" idx="45"/>
          </p:nvPr>
        </p:nvSpPr>
        <p:spPr bwMode="auto">
          <a:xfrm>
            <a:off x="1218960" y="6356520"/>
            <a:ext cx="2232720" cy="363240"/>
          </a:xfrm>
          <a:prstGeom prst="rect">
            <a:avLst/>
          </a:prstGeom>
          <a:noFill/>
          <a:ln w="0">
            <a:noFill/>
          </a:ln>
        </p:spPr>
        <p:txBody>
          <a:bodyPr lIns="122040" tIns="60840" rIns="122040" bIns="60840" anchor="ctr">
            <a:noAutofit/>
          </a:bodyPr>
          <a:lstStyle>
            <a:lvl1pPr indent="0">
              <a:buNone/>
              <a:defRPr lang="en-US" sz="1400" b="0" u="none" strike="noStrike">
                <a:solidFill>
                  <a:srgbClr val="FFFFFF"/>
                </a:solidFill>
                <a:latin typeface="Times New Roman"/>
              </a:defRPr>
            </a:lvl1pPr>
          </a:lstStyle>
          <a:p>
            <a:pPr indent="0">
              <a:buNone/>
              <a:defRPr/>
            </a:pPr>
            <a:r>
              <a:rPr lang="en-US" sz="1400" b="0" u="none" strike="noStrike">
                <a:solidFill>
                  <a:srgbClr val="FFFFFF"/>
                </a:solidFill>
                <a:latin typeface="Times New Roman"/>
              </a:rPr>
              <a:t> </a:t>
            </a:r>
            <a:endParaRPr lang="en-US" sz="1400" b="0" u="none" strike="noStrike">
              <a:solidFill>
                <a:srgbClr val="FFFFFF"/>
              </a:solidFill>
              <a:latin typeface="Times New Roman"/>
            </a:endParaRPr>
          </a:p>
        </p:txBody>
      </p:sp>
    </p:spTree>
  </p:cSld>
  <p:clrMap bg1="dk1" tx1="lt1" bg2="dk2" tx2="lt2" accent1="accent1" accent2="accent2" accent3="accent3" accent4="accent4" accent5="accent5" accent6="accent6" hlink="hlink" folHlink="folHlink"/>
  <p:sldLayoutIdLst>
    <p:sldLayoutId id="2147483675" r:id="rId1"/>
  </p:sldLayoutIdLst>
</p:sldMaster>
</file>

<file path=ppt/slideMasters/slideMaster15.xml><?xml version="1.0" encoding="utf-8"?>
<p:sld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preserve="0">
  <p:cSld name="">
    <p:bg>
      <p:bgPr shadeToTitle="0">
        <a:gradFill rotWithShape="0">
          <a:gsLst>
            <a:gs pos="0">
              <a:srgbClr val="000000"/>
            </a:gs>
            <a:gs pos="85000">
              <a:srgbClr val="0E1830"/>
            </a:gs>
            <a:gs pos="100000">
              <a:srgbClr val="142141"/>
            </a:gs>
          </a:gsLst>
          <a:lin ang="3600000" scaled="1"/>
        </a:gra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grpSp>
        <p:nvGrpSpPr>
          <p:cNvPr id="57345141" name="линии слева"/>
          <p:cNvGrpSpPr/>
          <p:nvPr/>
        </p:nvGrpSpPr>
        <p:grpSpPr bwMode="auto">
          <a:xfrm>
            <a:off x="-15840" y="-3240"/>
            <a:ext cx="818280" cy="5227560"/>
            <a:chOff x="-15840" y="-3240"/>
            <a:chExt cx="818280" cy="5227560"/>
          </a:xfrm>
        </p:grpSpPr>
        <p:sp>
          <p:nvSpPr>
            <p:cNvPr id="149" name="Полилиния 9"/>
            <p:cNvSpPr/>
            <p:nvPr/>
          </p:nvSpPr>
          <p:spPr bwMode="auto">
            <a:xfrm>
              <a:off x="-12600" y="0"/>
              <a:ext cx="815040" cy="5224320"/>
            </a:xfrm>
            <a:custGeom>
              <a:avLst/>
              <a:gdLst>
                <a:gd name="textAreaLeft" fmla="*/ 0 w 815040"/>
                <a:gd name="textAreaRight" fmla="*/ 816840 w 815040"/>
                <a:gd name="textAreaTop" fmla="*/ 0 h 5224320"/>
                <a:gd name="textAreaBottom" fmla="*/ 5226120 h 5224320"/>
              </a:gdLst>
              <a:ahLst/>
              <a:cxnLst/>
              <a:rect l="textAreaLeft" t="textAreaTop" r="textAreaRight" b="textAreaBottom"/>
              <a:pathLst>
                <a:path w="612775" h="3919538" fill="norm" stroke="1" extrusionOk="0">
                  <a:moveTo>
                    <a:pt x="0" y="3919538"/>
                  </a:moveTo>
                  <a:lnTo>
                    <a:pt x="612775" y="2984500"/>
                  </a:lnTo>
                  <a:lnTo>
                    <a:pt x="612775" y="0"/>
                  </a:lnTo>
                </a:path>
              </a:pathLst>
            </a:custGeom>
            <a:noFill/>
            <a:ln w="38100">
              <a:solidFill>
                <a:srgbClr val="007373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tIns="45000" rIns="90000" bIns="45000" anchor="ctr">
              <a:noAutofit/>
            </a:bodyPr>
            <a:p>
              <a:pPr algn="ctr" defTabSz="1218960">
                <a:lnSpc>
                  <a:spcPct val="100000"/>
                </a:lnSpc>
                <a:defRPr/>
              </a:pPr>
              <a:endParaRPr lang="ru-RU" sz="2400" b="0" u="none" strike="noStrike">
                <a:solidFill>
                  <a:schemeClr val="lt1"/>
                </a:solidFill>
                <a:latin typeface="Calibri"/>
              </a:endParaRPr>
            </a:p>
          </p:txBody>
        </p:sp>
        <p:sp>
          <p:nvSpPr>
            <p:cNvPr id="150" name="Полилиния 10"/>
            <p:cNvSpPr/>
            <p:nvPr/>
          </p:nvSpPr>
          <p:spPr bwMode="auto">
            <a:xfrm>
              <a:off x="-15840" y="0"/>
              <a:ext cx="545760" cy="4560840"/>
            </a:xfrm>
            <a:custGeom>
              <a:avLst/>
              <a:gdLst>
                <a:gd name="textAreaLeft" fmla="*/ 0 w 545760"/>
                <a:gd name="textAreaRight" fmla="*/ 547560 w 545760"/>
                <a:gd name="textAreaTop" fmla="*/ 0 h 4560840"/>
                <a:gd name="textAreaBottom" fmla="*/ 4562640 h 4560840"/>
              </a:gdLst>
              <a:ahLst/>
              <a:cxnLst/>
              <a:rect l="textAreaLeft" t="textAreaTop" r="textAreaRight" b="textAreaBottom"/>
              <a:pathLst>
                <a:path w="410751" h="3421856" fill="norm" stroke="1" extrusionOk="0">
                  <a:moveTo>
                    <a:pt x="0" y="3421856"/>
                  </a:moveTo>
                  <a:lnTo>
                    <a:pt x="410751" y="2798680"/>
                  </a:lnTo>
                  <a:lnTo>
                    <a:pt x="409575" y="0"/>
                  </a:lnTo>
                </a:path>
              </a:pathLst>
            </a:custGeom>
            <a:noFill/>
            <a:ln w="28575">
              <a:solidFill>
                <a:srgbClr val="007373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tIns="45000" rIns="90000" bIns="45000" anchor="ctr">
              <a:noAutofit/>
            </a:bodyPr>
            <a:p>
              <a:pPr algn="ctr" defTabSz="1218960">
                <a:lnSpc>
                  <a:spcPct val="100000"/>
                </a:lnSpc>
                <a:defRPr/>
              </a:pPr>
              <a:endParaRPr lang="ru-RU" sz="2400" b="0" u="none" strike="noStrike">
                <a:solidFill>
                  <a:schemeClr val="lt1"/>
                </a:solidFill>
                <a:latin typeface="Calibri"/>
              </a:endParaRPr>
            </a:p>
          </p:txBody>
        </p:sp>
        <p:sp>
          <p:nvSpPr>
            <p:cNvPr id="151" name="Полилиния 13"/>
            <p:cNvSpPr/>
            <p:nvPr/>
          </p:nvSpPr>
          <p:spPr bwMode="auto">
            <a:xfrm>
              <a:off x="-9360" y="-3240"/>
              <a:ext cx="316800" cy="3966840"/>
            </a:xfrm>
            <a:custGeom>
              <a:avLst/>
              <a:gdLst>
                <a:gd name="textAreaLeft" fmla="*/ 0 w 316800"/>
                <a:gd name="textAreaRight" fmla="*/ 318600 w 316800"/>
                <a:gd name="textAreaTop" fmla="*/ 0 h 3966840"/>
                <a:gd name="textAreaBottom" fmla="*/ 3968640 h 3966840"/>
              </a:gdLst>
              <a:ahLst/>
              <a:cxnLst/>
              <a:rect l="textAreaLeft" t="textAreaTop" r="textAreaRight" b="textAreaBottom"/>
              <a:pathLst>
                <a:path w="238919" h="2976561" fill="norm" stroke="1" extrusionOk="0">
                  <a:moveTo>
                    <a:pt x="0" y="2976561"/>
                  </a:moveTo>
                  <a:lnTo>
                    <a:pt x="238919" y="2616170"/>
                  </a:lnTo>
                  <a:cubicBezTo>
                    <a:pt x="238654" y="1744113"/>
                    <a:pt x="238390" y="872057"/>
                    <a:pt x="238125" y="0"/>
                  </a:cubicBezTo>
                </a:path>
              </a:pathLst>
            </a:custGeom>
            <a:noFill/>
            <a:ln>
              <a:solidFill>
                <a:srgbClr val="004D4D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tIns="45000" rIns="90000" bIns="45000" anchor="ctr">
              <a:noAutofit/>
            </a:bodyPr>
            <a:p>
              <a:pPr algn="ctr" defTabSz="1218960">
                <a:lnSpc>
                  <a:spcPct val="100000"/>
                </a:lnSpc>
                <a:defRPr/>
              </a:pPr>
              <a:endParaRPr lang="ru-RU" sz="2400" b="0" u="none" strike="noStrike">
                <a:solidFill>
                  <a:schemeClr val="lt1"/>
                </a:solidFill>
                <a:latin typeface="Calibri"/>
              </a:endParaRPr>
            </a:p>
          </p:txBody>
        </p:sp>
      </p:grpSp>
      <p:sp>
        <p:nvSpPr>
          <p:cNvPr id="1999769181" name="PlaceHolder 1"/>
          <p:cNvSpPr>
            <a:spLocks noGrp="1"/>
          </p:cNvSpPr>
          <p:nvPr>
            <p:ph type="title"/>
          </p:nvPr>
        </p:nvSpPr>
        <p:spPr bwMode="auto">
          <a:xfrm>
            <a:off x="609120" y="273600"/>
            <a:ext cx="10969200" cy="11444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p>
            <a:pPr indent="0">
              <a:buNone/>
              <a:defRPr/>
            </a:pPr>
            <a:r>
              <a:rPr lang="en-US" sz="1800" b="0" u="none" strike="noStrike">
                <a:solidFill>
                  <a:srgbClr val="FFFFFF"/>
                </a:solidFill>
                <a:latin typeface="Arial"/>
              </a:rPr>
              <a:t>Click to edit the title text format</a:t>
            </a:r>
            <a:endParaRPr lang="en-US" sz="1800" b="0" u="none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868068700" name="PlaceHolder 2"/>
          <p:cNvSpPr>
            <a:spLocks noGrp="1"/>
          </p:cNvSpPr>
          <p:nvPr>
            <p:ph type="ftr" idx="46"/>
          </p:nvPr>
        </p:nvSpPr>
        <p:spPr bwMode="auto">
          <a:xfrm>
            <a:off x="3453480" y="6356520"/>
            <a:ext cx="5280120" cy="363240"/>
          </a:xfrm>
          <a:prstGeom prst="rect">
            <a:avLst/>
          </a:prstGeom>
          <a:noFill/>
          <a:ln w="0">
            <a:noFill/>
          </a:ln>
        </p:spPr>
        <p:txBody>
          <a:bodyPr lIns="122040" tIns="60840" rIns="122040" bIns="6084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en-US" sz="1400" b="0" u="none" strike="noStrike">
                <a:solidFill>
                  <a:srgbClr val="FFFFFF"/>
                </a:solidFill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  <a:defRPr/>
            </a:pPr>
            <a:r>
              <a:rPr lang="en-US" sz="1400" b="0" u="none" strike="noStrike">
                <a:solidFill>
                  <a:srgbClr val="FFFFFF"/>
                </a:solidFill>
                <a:latin typeface="Times New Roman"/>
              </a:rPr>
              <a:t> </a:t>
            </a:r>
            <a:endParaRPr lang="en-US" sz="1400" b="0" u="none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352779287" name="PlaceHolder 3"/>
          <p:cNvSpPr>
            <a:spLocks noGrp="1"/>
          </p:cNvSpPr>
          <p:nvPr>
            <p:ph type="sldNum" idx="47"/>
          </p:nvPr>
        </p:nvSpPr>
        <p:spPr bwMode="auto">
          <a:xfrm>
            <a:off x="10563480" y="6356520"/>
            <a:ext cx="1013760" cy="363240"/>
          </a:xfrm>
          <a:prstGeom prst="rect">
            <a:avLst/>
          </a:prstGeom>
          <a:noFill/>
          <a:ln w="0">
            <a:noFill/>
          </a:ln>
        </p:spPr>
        <p:txBody>
          <a:bodyPr lIns="122040" tIns="60840" rIns="122040" bIns="60840" anchor="ctr">
            <a:noAutofit/>
          </a:bodyPr>
          <a:lstStyle>
            <a:lvl1pPr indent="0" defTabSz="1218960">
              <a:lnSpc>
                <a:spcPct val="100000"/>
              </a:lnSpc>
              <a:buNone/>
              <a:tabLst>
                <a:tab pos="0" algn="l"/>
              </a:tabLst>
              <a:defRPr lang="ru-RU" sz="1200" b="0" u="none" strike="noStrike">
                <a:solidFill>
                  <a:schemeClr val="lt1">
                    <a:tint val="75000"/>
                  </a:schemeClr>
                </a:solidFill>
                <a:latin typeface="Calibri"/>
              </a:defRPr>
            </a:lvl1pPr>
          </a:lstStyle>
          <a:p>
            <a:pPr indent="0" defTabSz="1218960">
              <a:lnSpc>
                <a:spcPct val="100000"/>
              </a:lnSpc>
              <a:buNone/>
              <a:tabLst>
                <a:tab pos="0" algn="l"/>
              </a:tabLst>
              <a:defRPr/>
            </a:pPr>
            <a:fld id="{FDEA363E-C9A3-4909-A06F-333172B8AEED}" type="slidenum">
              <a:rPr lang="ru-RU" sz="1200" b="0" u="none" strike="noStrike">
                <a:solidFill>
                  <a:schemeClr val="lt1">
                    <a:tint val="75000"/>
                  </a:schemeClr>
                </a:solidFill>
                <a:latin typeface="Calibri"/>
              </a:rPr>
              <a:t>1</a:t>
            </a:fld>
            <a:endParaRPr lang="en-US" sz="1200" b="0" u="none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689800447" name="PlaceHolder 4"/>
          <p:cNvSpPr>
            <a:spLocks noGrp="1"/>
          </p:cNvSpPr>
          <p:nvPr>
            <p:ph type="dt" idx="48"/>
          </p:nvPr>
        </p:nvSpPr>
        <p:spPr bwMode="auto">
          <a:xfrm>
            <a:off x="1218960" y="6356520"/>
            <a:ext cx="2232720" cy="363240"/>
          </a:xfrm>
          <a:prstGeom prst="rect">
            <a:avLst/>
          </a:prstGeom>
          <a:noFill/>
          <a:ln w="0">
            <a:noFill/>
          </a:ln>
        </p:spPr>
        <p:txBody>
          <a:bodyPr lIns="122040" tIns="60840" rIns="122040" bIns="60840" anchor="ctr">
            <a:noAutofit/>
          </a:bodyPr>
          <a:lstStyle>
            <a:lvl1pPr indent="0">
              <a:buNone/>
              <a:defRPr lang="en-US" sz="1400" b="0" u="none" strike="noStrike">
                <a:solidFill>
                  <a:srgbClr val="FFFFFF"/>
                </a:solidFill>
                <a:latin typeface="Times New Roman"/>
              </a:defRPr>
            </a:lvl1pPr>
          </a:lstStyle>
          <a:p>
            <a:pPr indent="0">
              <a:buNone/>
              <a:defRPr/>
            </a:pPr>
            <a:r>
              <a:rPr lang="en-US" sz="1400" b="0" u="none" strike="noStrike">
                <a:solidFill>
                  <a:srgbClr val="FFFFFF"/>
                </a:solidFill>
                <a:latin typeface="Times New Roman"/>
              </a:rPr>
              <a:t> </a:t>
            </a:r>
            <a:endParaRPr lang="en-US" sz="1400" b="0" u="none" strike="noStrike">
              <a:solidFill>
                <a:srgbClr val="FFFFFF"/>
              </a:solidFill>
              <a:latin typeface="Times New Roman"/>
            </a:endParaRPr>
          </a:p>
        </p:txBody>
      </p:sp>
    </p:spTree>
  </p:cSld>
  <p:clrMap bg1="dk1" tx1="lt1" bg2="dk2" tx2="lt2" accent1="accent1" accent2="accent2" accent3="accent3" accent4="accent4" accent5="accent5" accent6="accent6" hlink="hlink" folHlink="folHlink"/>
  <p:sldLayoutIdLst>
    <p:sldLayoutId id="2147483677" r:id="rId1"/>
  </p:sldLayoutIdLst>
</p:sldMaster>
</file>

<file path=ppt/slideMasters/slideMaster16.xml><?xml version="1.0" encoding="utf-8"?>
<p:sld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preserve="0">
  <p:cSld name="">
    <p:bg>
      <p:bgPr shadeToTitle="0">
        <a:gradFill rotWithShape="0">
          <a:gsLst>
            <a:gs pos="0">
              <a:srgbClr val="000000"/>
            </a:gs>
            <a:gs pos="85000">
              <a:srgbClr val="0E1830"/>
            </a:gs>
            <a:gs pos="100000">
              <a:srgbClr val="142141"/>
            </a:gs>
          </a:gsLst>
          <a:lin ang="3600000" scaled="1"/>
        </a:gra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grpSp>
        <p:nvGrpSpPr>
          <p:cNvPr id="101178268" name="линии слева"/>
          <p:cNvGrpSpPr/>
          <p:nvPr/>
        </p:nvGrpSpPr>
        <p:grpSpPr bwMode="auto">
          <a:xfrm>
            <a:off x="-15840" y="-3240"/>
            <a:ext cx="818280" cy="5227560"/>
            <a:chOff x="-15840" y="-3240"/>
            <a:chExt cx="818280" cy="5227560"/>
          </a:xfrm>
        </p:grpSpPr>
        <p:sp>
          <p:nvSpPr>
            <p:cNvPr id="159" name="Полилиния 9"/>
            <p:cNvSpPr/>
            <p:nvPr/>
          </p:nvSpPr>
          <p:spPr bwMode="auto">
            <a:xfrm>
              <a:off x="-12600" y="0"/>
              <a:ext cx="815040" cy="5224320"/>
            </a:xfrm>
            <a:custGeom>
              <a:avLst/>
              <a:gdLst>
                <a:gd name="textAreaLeft" fmla="*/ 0 w 815040"/>
                <a:gd name="textAreaRight" fmla="*/ 816840 w 815040"/>
                <a:gd name="textAreaTop" fmla="*/ 0 h 5224320"/>
                <a:gd name="textAreaBottom" fmla="*/ 5226120 h 5224320"/>
              </a:gdLst>
              <a:ahLst/>
              <a:cxnLst/>
              <a:rect l="textAreaLeft" t="textAreaTop" r="textAreaRight" b="textAreaBottom"/>
              <a:pathLst>
                <a:path w="612775" h="3919538" fill="norm" stroke="1" extrusionOk="0">
                  <a:moveTo>
                    <a:pt x="0" y="3919538"/>
                  </a:moveTo>
                  <a:lnTo>
                    <a:pt x="612775" y="2984500"/>
                  </a:lnTo>
                  <a:lnTo>
                    <a:pt x="612775" y="0"/>
                  </a:lnTo>
                </a:path>
              </a:pathLst>
            </a:custGeom>
            <a:noFill/>
            <a:ln w="38100">
              <a:solidFill>
                <a:srgbClr val="007373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tIns="45000" rIns="90000" bIns="45000" anchor="ctr">
              <a:noAutofit/>
            </a:bodyPr>
            <a:p>
              <a:pPr algn="ctr" defTabSz="1218960">
                <a:lnSpc>
                  <a:spcPct val="100000"/>
                </a:lnSpc>
                <a:defRPr/>
              </a:pPr>
              <a:endParaRPr lang="ru-RU" sz="2400" b="0" u="none" strike="noStrike">
                <a:solidFill>
                  <a:schemeClr val="lt1"/>
                </a:solidFill>
                <a:latin typeface="Calibri"/>
              </a:endParaRPr>
            </a:p>
          </p:txBody>
        </p:sp>
        <p:sp>
          <p:nvSpPr>
            <p:cNvPr id="160" name="Полилиния 10"/>
            <p:cNvSpPr/>
            <p:nvPr/>
          </p:nvSpPr>
          <p:spPr bwMode="auto">
            <a:xfrm>
              <a:off x="-15840" y="0"/>
              <a:ext cx="545760" cy="4560840"/>
            </a:xfrm>
            <a:custGeom>
              <a:avLst/>
              <a:gdLst>
                <a:gd name="textAreaLeft" fmla="*/ 0 w 545760"/>
                <a:gd name="textAreaRight" fmla="*/ 547560 w 545760"/>
                <a:gd name="textAreaTop" fmla="*/ 0 h 4560840"/>
                <a:gd name="textAreaBottom" fmla="*/ 4562640 h 4560840"/>
              </a:gdLst>
              <a:ahLst/>
              <a:cxnLst/>
              <a:rect l="textAreaLeft" t="textAreaTop" r="textAreaRight" b="textAreaBottom"/>
              <a:pathLst>
                <a:path w="410751" h="3421856" fill="norm" stroke="1" extrusionOk="0">
                  <a:moveTo>
                    <a:pt x="0" y="3421856"/>
                  </a:moveTo>
                  <a:lnTo>
                    <a:pt x="410751" y="2798680"/>
                  </a:lnTo>
                  <a:lnTo>
                    <a:pt x="409575" y="0"/>
                  </a:lnTo>
                </a:path>
              </a:pathLst>
            </a:custGeom>
            <a:noFill/>
            <a:ln w="28575">
              <a:solidFill>
                <a:srgbClr val="007373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tIns="45000" rIns="90000" bIns="45000" anchor="ctr">
              <a:noAutofit/>
            </a:bodyPr>
            <a:p>
              <a:pPr algn="ctr" defTabSz="1218960">
                <a:lnSpc>
                  <a:spcPct val="100000"/>
                </a:lnSpc>
                <a:defRPr/>
              </a:pPr>
              <a:endParaRPr lang="ru-RU" sz="2400" b="0" u="none" strike="noStrike">
                <a:solidFill>
                  <a:schemeClr val="lt1"/>
                </a:solidFill>
                <a:latin typeface="Calibri"/>
              </a:endParaRPr>
            </a:p>
          </p:txBody>
        </p:sp>
        <p:sp>
          <p:nvSpPr>
            <p:cNvPr id="161" name="Полилиния 13"/>
            <p:cNvSpPr/>
            <p:nvPr/>
          </p:nvSpPr>
          <p:spPr bwMode="auto">
            <a:xfrm>
              <a:off x="-9360" y="-3240"/>
              <a:ext cx="316800" cy="3966840"/>
            </a:xfrm>
            <a:custGeom>
              <a:avLst/>
              <a:gdLst>
                <a:gd name="textAreaLeft" fmla="*/ 0 w 316800"/>
                <a:gd name="textAreaRight" fmla="*/ 318600 w 316800"/>
                <a:gd name="textAreaTop" fmla="*/ 0 h 3966840"/>
                <a:gd name="textAreaBottom" fmla="*/ 3968640 h 3966840"/>
              </a:gdLst>
              <a:ahLst/>
              <a:cxnLst/>
              <a:rect l="textAreaLeft" t="textAreaTop" r="textAreaRight" b="textAreaBottom"/>
              <a:pathLst>
                <a:path w="238919" h="2976561" fill="norm" stroke="1" extrusionOk="0">
                  <a:moveTo>
                    <a:pt x="0" y="2976561"/>
                  </a:moveTo>
                  <a:lnTo>
                    <a:pt x="238919" y="2616170"/>
                  </a:lnTo>
                  <a:cubicBezTo>
                    <a:pt x="238654" y="1744113"/>
                    <a:pt x="238390" y="872057"/>
                    <a:pt x="238125" y="0"/>
                  </a:cubicBezTo>
                </a:path>
              </a:pathLst>
            </a:custGeom>
            <a:noFill/>
            <a:ln>
              <a:solidFill>
                <a:srgbClr val="004D4D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tIns="45000" rIns="90000" bIns="45000" anchor="ctr">
              <a:noAutofit/>
            </a:bodyPr>
            <a:p>
              <a:pPr algn="ctr" defTabSz="1218960">
                <a:lnSpc>
                  <a:spcPct val="100000"/>
                </a:lnSpc>
                <a:defRPr/>
              </a:pPr>
              <a:endParaRPr lang="ru-RU" sz="2400" b="0" u="none" strike="noStrike">
                <a:solidFill>
                  <a:schemeClr val="lt1"/>
                </a:solidFill>
                <a:latin typeface="Calibri"/>
              </a:endParaRPr>
            </a:p>
          </p:txBody>
        </p:sp>
      </p:grpSp>
      <p:sp>
        <p:nvSpPr>
          <p:cNvPr id="1225814380" name="PlaceHolder 1"/>
          <p:cNvSpPr>
            <a:spLocks noGrp="1"/>
          </p:cNvSpPr>
          <p:nvPr>
            <p:ph type="title"/>
          </p:nvPr>
        </p:nvSpPr>
        <p:spPr bwMode="auto">
          <a:xfrm>
            <a:off x="609120" y="273600"/>
            <a:ext cx="10969200" cy="11444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p>
            <a:pPr indent="0">
              <a:buNone/>
              <a:defRPr/>
            </a:pPr>
            <a:r>
              <a:rPr lang="en-US" sz="1800" b="0" u="none" strike="noStrike">
                <a:solidFill>
                  <a:srgbClr val="FFFFFF"/>
                </a:solidFill>
                <a:latin typeface="Arial"/>
              </a:rPr>
              <a:t>Click to edit the title text format</a:t>
            </a:r>
            <a:endParaRPr lang="en-US" sz="1800" b="0" u="none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2309385" name="PlaceHolder 2"/>
          <p:cNvSpPr>
            <a:spLocks noGrp="1"/>
          </p:cNvSpPr>
          <p:nvPr>
            <p:ph type="ftr" idx="49"/>
          </p:nvPr>
        </p:nvSpPr>
        <p:spPr bwMode="auto">
          <a:xfrm>
            <a:off x="3453480" y="6356520"/>
            <a:ext cx="5280120" cy="363240"/>
          </a:xfrm>
          <a:prstGeom prst="rect">
            <a:avLst/>
          </a:prstGeom>
          <a:noFill/>
          <a:ln w="0">
            <a:noFill/>
          </a:ln>
        </p:spPr>
        <p:txBody>
          <a:bodyPr lIns="122040" tIns="60840" rIns="122040" bIns="6084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en-US" sz="1400" b="0" u="none" strike="noStrike">
                <a:solidFill>
                  <a:srgbClr val="FFFFFF"/>
                </a:solidFill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  <a:defRPr/>
            </a:pPr>
            <a:r>
              <a:rPr lang="en-US" sz="1400" b="0" u="none" strike="noStrike">
                <a:solidFill>
                  <a:srgbClr val="FFFFFF"/>
                </a:solidFill>
                <a:latin typeface="Times New Roman"/>
              </a:rPr>
              <a:t> </a:t>
            </a:r>
            <a:endParaRPr lang="en-US" sz="1400" b="0" u="none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619651024" name="PlaceHolder 3"/>
          <p:cNvSpPr>
            <a:spLocks noGrp="1"/>
          </p:cNvSpPr>
          <p:nvPr>
            <p:ph type="sldNum" idx="50"/>
          </p:nvPr>
        </p:nvSpPr>
        <p:spPr bwMode="auto">
          <a:xfrm>
            <a:off x="10563480" y="6356520"/>
            <a:ext cx="1013760" cy="363240"/>
          </a:xfrm>
          <a:prstGeom prst="rect">
            <a:avLst/>
          </a:prstGeom>
          <a:noFill/>
          <a:ln w="0">
            <a:noFill/>
          </a:ln>
        </p:spPr>
        <p:txBody>
          <a:bodyPr lIns="122040" tIns="60840" rIns="122040" bIns="60840" anchor="ctr">
            <a:noAutofit/>
          </a:bodyPr>
          <a:lstStyle>
            <a:lvl1pPr indent="0" defTabSz="1218960">
              <a:lnSpc>
                <a:spcPct val="100000"/>
              </a:lnSpc>
              <a:buNone/>
              <a:tabLst>
                <a:tab pos="0" algn="l"/>
              </a:tabLst>
              <a:defRPr lang="ru-RU" sz="1200" b="0" u="none" strike="noStrike">
                <a:solidFill>
                  <a:schemeClr val="lt1">
                    <a:tint val="75000"/>
                  </a:schemeClr>
                </a:solidFill>
                <a:latin typeface="Calibri"/>
              </a:defRPr>
            </a:lvl1pPr>
          </a:lstStyle>
          <a:p>
            <a:pPr indent="0" defTabSz="1218960">
              <a:lnSpc>
                <a:spcPct val="100000"/>
              </a:lnSpc>
              <a:buNone/>
              <a:tabLst>
                <a:tab pos="0" algn="l"/>
              </a:tabLst>
              <a:defRPr/>
            </a:pPr>
            <a:fld id="{FB2E4041-37A2-40E4-B53C-14FD414C5E1D}" type="slidenum">
              <a:rPr lang="ru-RU" sz="1200" b="0" u="none" strike="noStrike">
                <a:solidFill>
                  <a:schemeClr val="lt1">
                    <a:tint val="75000"/>
                  </a:schemeClr>
                </a:solidFill>
                <a:latin typeface="Calibri"/>
              </a:rPr>
              <a:t>1</a:t>
            </a:fld>
            <a:endParaRPr lang="en-US" sz="1200" b="0" u="none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146556401" name="PlaceHolder 4"/>
          <p:cNvSpPr>
            <a:spLocks noGrp="1"/>
          </p:cNvSpPr>
          <p:nvPr>
            <p:ph type="dt" idx="51"/>
          </p:nvPr>
        </p:nvSpPr>
        <p:spPr bwMode="auto">
          <a:xfrm>
            <a:off x="1218960" y="6356520"/>
            <a:ext cx="2232720" cy="363240"/>
          </a:xfrm>
          <a:prstGeom prst="rect">
            <a:avLst/>
          </a:prstGeom>
          <a:noFill/>
          <a:ln w="0">
            <a:noFill/>
          </a:ln>
        </p:spPr>
        <p:txBody>
          <a:bodyPr lIns="122040" tIns="60840" rIns="122040" bIns="60840" anchor="ctr">
            <a:noAutofit/>
          </a:bodyPr>
          <a:lstStyle>
            <a:lvl1pPr indent="0">
              <a:buNone/>
              <a:defRPr lang="en-US" sz="1400" b="0" u="none" strike="noStrike">
                <a:solidFill>
                  <a:srgbClr val="FFFFFF"/>
                </a:solidFill>
                <a:latin typeface="Times New Roman"/>
              </a:defRPr>
            </a:lvl1pPr>
          </a:lstStyle>
          <a:p>
            <a:pPr indent="0">
              <a:buNone/>
              <a:defRPr/>
            </a:pPr>
            <a:r>
              <a:rPr lang="en-US" sz="1400" b="0" u="none" strike="noStrike">
                <a:solidFill>
                  <a:srgbClr val="FFFFFF"/>
                </a:solidFill>
                <a:latin typeface="Times New Roman"/>
              </a:rPr>
              <a:t> </a:t>
            </a:r>
            <a:endParaRPr lang="en-US" sz="1400" b="0" u="none" strike="noStrike">
              <a:solidFill>
                <a:srgbClr val="FFFFFF"/>
              </a:solidFill>
              <a:latin typeface="Times New Roman"/>
            </a:endParaRPr>
          </a:p>
        </p:txBody>
      </p:sp>
    </p:spTree>
  </p:cSld>
  <p:clrMap bg1="dk1" tx1="lt1" bg2="dk2" tx2="lt2" accent1="accent1" accent2="accent2" accent3="accent3" accent4="accent4" accent5="accent5" accent6="accent6" hlink="hlink" folHlink="folHlink"/>
  <p:sldLayoutIdLst>
    <p:sldLayoutId id="2147483679" r:id="rId1"/>
  </p:sldLayoutIdLst>
</p:sldMaster>
</file>

<file path=ppt/slideMasters/slideMaster17.xml><?xml version="1.0" encoding="utf-8"?>
<p:sld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preserve="0">
  <p:cSld name="">
    <p:bg>
      <p:bgPr shadeToTitle="0">
        <a:gradFill rotWithShape="0">
          <a:gsLst>
            <a:gs pos="0">
              <a:srgbClr val="000000"/>
            </a:gs>
            <a:gs pos="85000">
              <a:srgbClr val="0E1830"/>
            </a:gs>
            <a:gs pos="100000">
              <a:srgbClr val="142141"/>
            </a:gs>
          </a:gsLst>
          <a:lin ang="3600000" scaled="1"/>
        </a:gra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grpSp>
        <p:nvGrpSpPr>
          <p:cNvPr id="111968239" name="линии слева"/>
          <p:cNvGrpSpPr/>
          <p:nvPr/>
        </p:nvGrpSpPr>
        <p:grpSpPr bwMode="auto">
          <a:xfrm>
            <a:off x="-15840" y="-3240"/>
            <a:ext cx="818280" cy="5227560"/>
            <a:chOff x="-15840" y="-3240"/>
            <a:chExt cx="818280" cy="5227560"/>
          </a:xfrm>
        </p:grpSpPr>
        <p:sp>
          <p:nvSpPr>
            <p:cNvPr id="168" name="Полилиния 9"/>
            <p:cNvSpPr/>
            <p:nvPr/>
          </p:nvSpPr>
          <p:spPr bwMode="auto">
            <a:xfrm>
              <a:off x="-12600" y="0"/>
              <a:ext cx="815040" cy="5224320"/>
            </a:xfrm>
            <a:custGeom>
              <a:avLst/>
              <a:gdLst>
                <a:gd name="textAreaLeft" fmla="*/ 0 w 815040"/>
                <a:gd name="textAreaRight" fmla="*/ 816840 w 815040"/>
                <a:gd name="textAreaTop" fmla="*/ 0 h 5224320"/>
                <a:gd name="textAreaBottom" fmla="*/ 5226120 h 5224320"/>
              </a:gdLst>
              <a:ahLst/>
              <a:cxnLst/>
              <a:rect l="textAreaLeft" t="textAreaTop" r="textAreaRight" b="textAreaBottom"/>
              <a:pathLst>
                <a:path w="612775" h="3919538" fill="norm" stroke="1" extrusionOk="0">
                  <a:moveTo>
                    <a:pt x="0" y="3919538"/>
                  </a:moveTo>
                  <a:lnTo>
                    <a:pt x="612775" y="2984500"/>
                  </a:lnTo>
                  <a:lnTo>
                    <a:pt x="612775" y="0"/>
                  </a:lnTo>
                </a:path>
              </a:pathLst>
            </a:custGeom>
            <a:noFill/>
            <a:ln w="38100">
              <a:solidFill>
                <a:srgbClr val="007373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tIns="45000" rIns="90000" bIns="45000" anchor="ctr">
              <a:noAutofit/>
            </a:bodyPr>
            <a:p>
              <a:pPr algn="ctr" defTabSz="1218960">
                <a:lnSpc>
                  <a:spcPct val="100000"/>
                </a:lnSpc>
                <a:defRPr/>
              </a:pPr>
              <a:endParaRPr lang="ru-RU" sz="2400" b="0" u="none" strike="noStrike">
                <a:solidFill>
                  <a:schemeClr val="lt1"/>
                </a:solidFill>
                <a:latin typeface="Calibri"/>
              </a:endParaRPr>
            </a:p>
          </p:txBody>
        </p:sp>
        <p:sp>
          <p:nvSpPr>
            <p:cNvPr id="169" name="Полилиния 10"/>
            <p:cNvSpPr/>
            <p:nvPr/>
          </p:nvSpPr>
          <p:spPr bwMode="auto">
            <a:xfrm>
              <a:off x="-15840" y="0"/>
              <a:ext cx="545760" cy="4560840"/>
            </a:xfrm>
            <a:custGeom>
              <a:avLst/>
              <a:gdLst>
                <a:gd name="textAreaLeft" fmla="*/ 0 w 545760"/>
                <a:gd name="textAreaRight" fmla="*/ 547560 w 545760"/>
                <a:gd name="textAreaTop" fmla="*/ 0 h 4560840"/>
                <a:gd name="textAreaBottom" fmla="*/ 4562640 h 4560840"/>
              </a:gdLst>
              <a:ahLst/>
              <a:cxnLst/>
              <a:rect l="textAreaLeft" t="textAreaTop" r="textAreaRight" b="textAreaBottom"/>
              <a:pathLst>
                <a:path w="410751" h="3421856" fill="norm" stroke="1" extrusionOk="0">
                  <a:moveTo>
                    <a:pt x="0" y="3421856"/>
                  </a:moveTo>
                  <a:lnTo>
                    <a:pt x="410751" y="2798680"/>
                  </a:lnTo>
                  <a:lnTo>
                    <a:pt x="409575" y="0"/>
                  </a:lnTo>
                </a:path>
              </a:pathLst>
            </a:custGeom>
            <a:noFill/>
            <a:ln w="28575">
              <a:solidFill>
                <a:srgbClr val="007373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tIns="45000" rIns="90000" bIns="45000" anchor="ctr">
              <a:noAutofit/>
            </a:bodyPr>
            <a:p>
              <a:pPr algn="ctr" defTabSz="1218960">
                <a:lnSpc>
                  <a:spcPct val="100000"/>
                </a:lnSpc>
                <a:defRPr/>
              </a:pPr>
              <a:endParaRPr lang="ru-RU" sz="2400" b="0" u="none" strike="noStrike">
                <a:solidFill>
                  <a:schemeClr val="lt1"/>
                </a:solidFill>
                <a:latin typeface="Calibri"/>
              </a:endParaRPr>
            </a:p>
          </p:txBody>
        </p:sp>
        <p:sp>
          <p:nvSpPr>
            <p:cNvPr id="170" name="Полилиния 13"/>
            <p:cNvSpPr/>
            <p:nvPr/>
          </p:nvSpPr>
          <p:spPr bwMode="auto">
            <a:xfrm>
              <a:off x="-9360" y="-3240"/>
              <a:ext cx="316800" cy="3966840"/>
            </a:xfrm>
            <a:custGeom>
              <a:avLst/>
              <a:gdLst>
                <a:gd name="textAreaLeft" fmla="*/ 0 w 316800"/>
                <a:gd name="textAreaRight" fmla="*/ 318600 w 316800"/>
                <a:gd name="textAreaTop" fmla="*/ 0 h 3966840"/>
                <a:gd name="textAreaBottom" fmla="*/ 3968640 h 3966840"/>
              </a:gdLst>
              <a:ahLst/>
              <a:cxnLst/>
              <a:rect l="textAreaLeft" t="textAreaTop" r="textAreaRight" b="textAreaBottom"/>
              <a:pathLst>
                <a:path w="238919" h="2976561" fill="norm" stroke="1" extrusionOk="0">
                  <a:moveTo>
                    <a:pt x="0" y="2976561"/>
                  </a:moveTo>
                  <a:lnTo>
                    <a:pt x="238919" y="2616170"/>
                  </a:lnTo>
                  <a:cubicBezTo>
                    <a:pt x="238654" y="1744113"/>
                    <a:pt x="238390" y="872057"/>
                    <a:pt x="238125" y="0"/>
                  </a:cubicBezTo>
                </a:path>
              </a:pathLst>
            </a:custGeom>
            <a:noFill/>
            <a:ln>
              <a:solidFill>
                <a:srgbClr val="004D4D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tIns="45000" rIns="90000" bIns="45000" anchor="ctr">
              <a:noAutofit/>
            </a:bodyPr>
            <a:p>
              <a:pPr algn="ctr" defTabSz="1218960">
                <a:lnSpc>
                  <a:spcPct val="100000"/>
                </a:lnSpc>
                <a:defRPr/>
              </a:pPr>
              <a:endParaRPr lang="ru-RU" sz="2400" b="0" u="none" strike="noStrike">
                <a:solidFill>
                  <a:schemeClr val="lt1"/>
                </a:solidFill>
                <a:latin typeface="Calibri"/>
              </a:endParaRPr>
            </a:p>
          </p:txBody>
        </p:sp>
      </p:grpSp>
      <p:sp>
        <p:nvSpPr>
          <p:cNvPr id="156220005" name="PlaceHolder 1"/>
          <p:cNvSpPr>
            <a:spLocks noGrp="1"/>
          </p:cNvSpPr>
          <p:nvPr>
            <p:ph type="title"/>
          </p:nvPr>
        </p:nvSpPr>
        <p:spPr bwMode="auto">
          <a:xfrm>
            <a:off x="609120" y="273600"/>
            <a:ext cx="10969200" cy="11444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p>
            <a:pPr indent="0">
              <a:buNone/>
              <a:defRPr/>
            </a:pPr>
            <a:r>
              <a:rPr lang="en-US" sz="1800" b="0" u="none" strike="noStrike">
                <a:solidFill>
                  <a:srgbClr val="FFFFFF"/>
                </a:solidFill>
                <a:latin typeface="Arial"/>
              </a:rPr>
              <a:t>Click to edit the title text format</a:t>
            </a:r>
            <a:endParaRPr lang="en-US" sz="1800" b="0" u="none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156915090" name="PlaceHolder 2"/>
          <p:cNvSpPr>
            <a:spLocks noGrp="1"/>
          </p:cNvSpPr>
          <p:nvPr>
            <p:ph type="ftr" idx="52"/>
          </p:nvPr>
        </p:nvSpPr>
        <p:spPr bwMode="auto">
          <a:xfrm>
            <a:off x="3453480" y="6356520"/>
            <a:ext cx="5280120" cy="363240"/>
          </a:xfrm>
          <a:prstGeom prst="rect">
            <a:avLst/>
          </a:prstGeom>
          <a:noFill/>
          <a:ln w="0">
            <a:noFill/>
          </a:ln>
        </p:spPr>
        <p:txBody>
          <a:bodyPr lIns="122040" tIns="60840" rIns="122040" bIns="6084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en-US" sz="1400" b="0" u="none" strike="noStrike">
                <a:solidFill>
                  <a:srgbClr val="FFFFFF"/>
                </a:solidFill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  <a:defRPr/>
            </a:pPr>
            <a:r>
              <a:rPr lang="en-US" sz="1400" b="0" u="none" strike="noStrike">
                <a:solidFill>
                  <a:srgbClr val="FFFFFF"/>
                </a:solidFill>
                <a:latin typeface="Times New Roman"/>
              </a:rPr>
              <a:t> </a:t>
            </a:r>
            <a:endParaRPr lang="en-US" sz="1400" b="0" u="none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648998953" name="PlaceHolder 3"/>
          <p:cNvSpPr>
            <a:spLocks noGrp="1"/>
          </p:cNvSpPr>
          <p:nvPr>
            <p:ph type="sldNum" idx="53"/>
          </p:nvPr>
        </p:nvSpPr>
        <p:spPr bwMode="auto">
          <a:xfrm>
            <a:off x="10563480" y="6356520"/>
            <a:ext cx="1013760" cy="363240"/>
          </a:xfrm>
          <a:prstGeom prst="rect">
            <a:avLst/>
          </a:prstGeom>
          <a:noFill/>
          <a:ln w="0">
            <a:noFill/>
          </a:ln>
        </p:spPr>
        <p:txBody>
          <a:bodyPr lIns="122040" tIns="60840" rIns="122040" bIns="60840" anchor="ctr">
            <a:noAutofit/>
          </a:bodyPr>
          <a:lstStyle>
            <a:lvl1pPr indent="0" defTabSz="1218960">
              <a:lnSpc>
                <a:spcPct val="100000"/>
              </a:lnSpc>
              <a:buNone/>
              <a:tabLst>
                <a:tab pos="0" algn="l"/>
              </a:tabLst>
              <a:defRPr lang="ru-RU" sz="1200" b="0" u="none" strike="noStrike">
                <a:solidFill>
                  <a:schemeClr val="lt1">
                    <a:tint val="75000"/>
                  </a:schemeClr>
                </a:solidFill>
                <a:latin typeface="Calibri"/>
              </a:defRPr>
            </a:lvl1pPr>
          </a:lstStyle>
          <a:p>
            <a:pPr indent="0" defTabSz="1218960">
              <a:lnSpc>
                <a:spcPct val="100000"/>
              </a:lnSpc>
              <a:buNone/>
              <a:tabLst>
                <a:tab pos="0" algn="l"/>
              </a:tabLst>
              <a:defRPr/>
            </a:pPr>
            <a:fld id="{4748D068-B416-4130-A3D9-BD41F595055A}" type="slidenum">
              <a:rPr lang="ru-RU" sz="1200" b="0" u="none" strike="noStrike">
                <a:solidFill>
                  <a:schemeClr val="lt1">
                    <a:tint val="75000"/>
                  </a:schemeClr>
                </a:solidFill>
                <a:latin typeface="Calibri"/>
              </a:rPr>
              <a:t>1</a:t>
            </a:fld>
            <a:endParaRPr lang="en-US" sz="1200" b="0" u="none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706098204" name="PlaceHolder 4"/>
          <p:cNvSpPr>
            <a:spLocks noGrp="1"/>
          </p:cNvSpPr>
          <p:nvPr>
            <p:ph type="dt" idx="54"/>
          </p:nvPr>
        </p:nvSpPr>
        <p:spPr bwMode="auto">
          <a:xfrm>
            <a:off x="1218960" y="6356520"/>
            <a:ext cx="2232720" cy="363240"/>
          </a:xfrm>
          <a:prstGeom prst="rect">
            <a:avLst/>
          </a:prstGeom>
          <a:noFill/>
          <a:ln w="0">
            <a:noFill/>
          </a:ln>
        </p:spPr>
        <p:txBody>
          <a:bodyPr lIns="122040" tIns="60840" rIns="122040" bIns="60840" anchor="ctr">
            <a:noAutofit/>
          </a:bodyPr>
          <a:lstStyle>
            <a:lvl1pPr indent="0">
              <a:buNone/>
              <a:defRPr lang="en-US" sz="1400" b="0" u="none" strike="noStrike">
                <a:solidFill>
                  <a:srgbClr val="FFFFFF"/>
                </a:solidFill>
                <a:latin typeface="Times New Roman"/>
              </a:defRPr>
            </a:lvl1pPr>
          </a:lstStyle>
          <a:p>
            <a:pPr indent="0">
              <a:buNone/>
              <a:defRPr/>
            </a:pPr>
            <a:r>
              <a:rPr lang="en-US" sz="1400" b="0" u="none" strike="noStrike">
                <a:solidFill>
                  <a:srgbClr val="FFFFFF"/>
                </a:solidFill>
                <a:latin typeface="Times New Roman"/>
              </a:rPr>
              <a:t> </a:t>
            </a:r>
            <a:endParaRPr lang="en-US" sz="1400" b="0" u="none" strike="noStrike">
              <a:solidFill>
                <a:srgbClr val="FFFFFF"/>
              </a:solidFill>
              <a:latin typeface="Times New Roman"/>
            </a:endParaRPr>
          </a:p>
        </p:txBody>
      </p:sp>
    </p:spTree>
  </p:cSld>
  <p:clrMap bg1="dk1" tx1="lt1" bg2="dk2" tx2="lt2" accent1="accent1" accent2="accent2" accent3="accent3" accent4="accent4" accent5="accent5" accent6="accent6" hlink="hlink" folHlink="folHlink"/>
  <p:sldLayoutIdLst>
    <p:sldLayoutId id="2147483681" r:id="rId1"/>
  </p:sldLayoutIdLst>
</p:sldMaster>
</file>

<file path=ppt/slideMasters/slideMaster18.xml><?xml version="1.0" encoding="utf-8"?>
<p:sld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preserve="0">
  <p:cSld name="">
    <p:bg>
      <p:bgPr shadeToTitle="0">
        <a:gradFill rotWithShape="0">
          <a:gsLst>
            <a:gs pos="0">
              <a:srgbClr val="000000"/>
            </a:gs>
            <a:gs pos="85000">
              <a:srgbClr val="0E1830"/>
            </a:gs>
            <a:gs pos="100000">
              <a:srgbClr val="142141"/>
            </a:gs>
          </a:gsLst>
          <a:lin ang="3600000" scaled="1"/>
        </a:gra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grpSp>
        <p:nvGrpSpPr>
          <p:cNvPr id="869501109" name="линии слева"/>
          <p:cNvGrpSpPr/>
          <p:nvPr/>
        </p:nvGrpSpPr>
        <p:grpSpPr bwMode="auto">
          <a:xfrm>
            <a:off x="-15840" y="-3240"/>
            <a:ext cx="818280" cy="5227560"/>
            <a:chOff x="-15840" y="-3240"/>
            <a:chExt cx="818280" cy="5227560"/>
          </a:xfrm>
        </p:grpSpPr>
        <p:sp>
          <p:nvSpPr>
            <p:cNvPr id="178" name="Полилиния 9"/>
            <p:cNvSpPr/>
            <p:nvPr/>
          </p:nvSpPr>
          <p:spPr bwMode="auto">
            <a:xfrm>
              <a:off x="-12600" y="0"/>
              <a:ext cx="815040" cy="5224320"/>
            </a:xfrm>
            <a:custGeom>
              <a:avLst/>
              <a:gdLst>
                <a:gd name="textAreaLeft" fmla="*/ 0 w 815040"/>
                <a:gd name="textAreaRight" fmla="*/ 816840 w 815040"/>
                <a:gd name="textAreaTop" fmla="*/ 0 h 5224320"/>
                <a:gd name="textAreaBottom" fmla="*/ 5226120 h 5224320"/>
              </a:gdLst>
              <a:ahLst/>
              <a:cxnLst/>
              <a:rect l="textAreaLeft" t="textAreaTop" r="textAreaRight" b="textAreaBottom"/>
              <a:pathLst>
                <a:path w="612775" h="3919538" fill="norm" stroke="1" extrusionOk="0">
                  <a:moveTo>
                    <a:pt x="0" y="3919538"/>
                  </a:moveTo>
                  <a:lnTo>
                    <a:pt x="612775" y="2984500"/>
                  </a:lnTo>
                  <a:lnTo>
                    <a:pt x="612775" y="0"/>
                  </a:lnTo>
                </a:path>
              </a:pathLst>
            </a:custGeom>
            <a:noFill/>
            <a:ln w="38100">
              <a:solidFill>
                <a:srgbClr val="007373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tIns="45000" rIns="90000" bIns="45000" anchor="ctr">
              <a:noAutofit/>
            </a:bodyPr>
            <a:p>
              <a:pPr algn="ctr" defTabSz="1218960">
                <a:lnSpc>
                  <a:spcPct val="100000"/>
                </a:lnSpc>
                <a:defRPr/>
              </a:pPr>
              <a:endParaRPr lang="ru-RU" sz="2400" b="0" u="none" strike="noStrike">
                <a:solidFill>
                  <a:schemeClr val="lt1"/>
                </a:solidFill>
                <a:latin typeface="Calibri"/>
              </a:endParaRPr>
            </a:p>
          </p:txBody>
        </p:sp>
        <p:sp>
          <p:nvSpPr>
            <p:cNvPr id="179" name="Полилиния 10"/>
            <p:cNvSpPr/>
            <p:nvPr/>
          </p:nvSpPr>
          <p:spPr bwMode="auto">
            <a:xfrm>
              <a:off x="-15840" y="0"/>
              <a:ext cx="545760" cy="4560840"/>
            </a:xfrm>
            <a:custGeom>
              <a:avLst/>
              <a:gdLst>
                <a:gd name="textAreaLeft" fmla="*/ 0 w 545760"/>
                <a:gd name="textAreaRight" fmla="*/ 547560 w 545760"/>
                <a:gd name="textAreaTop" fmla="*/ 0 h 4560840"/>
                <a:gd name="textAreaBottom" fmla="*/ 4562640 h 4560840"/>
              </a:gdLst>
              <a:ahLst/>
              <a:cxnLst/>
              <a:rect l="textAreaLeft" t="textAreaTop" r="textAreaRight" b="textAreaBottom"/>
              <a:pathLst>
                <a:path w="410751" h="3421856" fill="norm" stroke="1" extrusionOk="0">
                  <a:moveTo>
                    <a:pt x="0" y="3421856"/>
                  </a:moveTo>
                  <a:lnTo>
                    <a:pt x="410751" y="2798680"/>
                  </a:lnTo>
                  <a:lnTo>
                    <a:pt x="409575" y="0"/>
                  </a:lnTo>
                </a:path>
              </a:pathLst>
            </a:custGeom>
            <a:noFill/>
            <a:ln w="28575">
              <a:solidFill>
                <a:srgbClr val="007373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tIns="45000" rIns="90000" bIns="45000" anchor="ctr">
              <a:noAutofit/>
            </a:bodyPr>
            <a:p>
              <a:pPr algn="ctr" defTabSz="1218960">
                <a:lnSpc>
                  <a:spcPct val="100000"/>
                </a:lnSpc>
                <a:defRPr/>
              </a:pPr>
              <a:endParaRPr lang="ru-RU" sz="2400" b="0" u="none" strike="noStrike">
                <a:solidFill>
                  <a:schemeClr val="lt1"/>
                </a:solidFill>
                <a:latin typeface="Calibri"/>
              </a:endParaRPr>
            </a:p>
          </p:txBody>
        </p:sp>
        <p:sp>
          <p:nvSpPr>
            <p:cNvPr id="180" name="Полилиния 13"/>
            <p:cNvSpPr/>
            <p:nvPr/>
          </p:nvSpPr>
          <p:spPr bwMode="auto">
            <a:xfrm>
              <a:off x="-9360" y="-3240"/>
              <a:ext cx="316800" cy="3966840"/>
            </a:xfrm>
            <a:custGeom>
              <a:avLst/>
              <a:gdLst>
                <a:gd name="textAreaLeft" fmla="*/ 0 w 316800"/>
                <a:gd name="textAreaRight" fmla="*/ 318600 w 316800"/>
                <a:gd name="textAreaTop" fmla="*/ 0 h 3966840"/>
                <a:gd name="textAreaBottom" fmla="*/ 3968640 h 3966840"/>
              </a:gdLst>
              <a:ahLst/>
              <a:cxnLst/>
              <a:rect l="textAreaLeft" t="textAreaTop" r="textAreaRight" b="textAreaBottom"/>
              <a:pathLst>
                <a:path w="238919" h="2976561" fill="norm" stroke="1" extrusionOk="0">
                  <a:moveTo>
                    <a:pt x="0" y="2976561"/>
                  </a:moveTo>
                  <a:lnTo>
                    <a:pt x="238919" y="2616170"/>
                  </a:lnTo>
                  <a:cubicBezTo>
                    <a:pt x="238654" y="1744113"/>
                    <a:pt x="238390" y="872057"/>
                    <a:pt x="238125" y="0"/>
                  </a:cubicBezTo>
                </a:path>
              </a:pathLst>
            </a:custGeom>
            <a:noFill/>
            <a:ln>
              <a:solidFill>
                <a:srgbClr val="004D4D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tIns="45000" rIns="90000" bIns="45000" anchor="ctr">
              <a:noAutofit/>
            </a:bodyPr>
            <a:p>
              <a:pPr algn="ctr" defTabSz="1218960">
                <a:lnSpc>
                  <a:spcPct val="100000"/>
                </a:lnSpc>
                <a:defRPr/>
              </a:pPr>
              <a:endParaRPr lang="ru-RU" sz="2400" b="0" u="none" strike="noStrike">
                <a:solidFill>
                  <a:schemeClr val="lt1"/>
                </a:solidFill>
                <a:latin typeface="Calibri"/>
              </a:endParaRPr>
            </a:p>
          </p:txBody>
        </p:sp>
      </p:grpSp>
      <p:sp>
        <p:nvSpPr>
          <p:cNvPr id="1849945227" name="PlaceHolder 1"/>
          <p:cNvSpPr>
            <a:spLocks noGrp="1"/>
          </p:cNvSpPr>
          <p:nvPr>
            <p:ph type="ftr" idx="55"/>
          </p:nvPr>
        </p:nvSpPr>
        <p:spPr bwMode="auto">
          <a:xfrm>
            <a:off x="3453480" y="6356520"/>
            <a:ext cx="5280120" cy="363240"/>
          </a:xfrm>
          <a:prstGeom prst="rect">
            <a:avLst/>
          </a:prstGeom>
          <a:noFill/>
          <a:ln w="0">
            <a:noFill/>
          </a:ln>
        </p:spPr>
        <p:txBody>
          <a:bodyPr lIns="122040" tIns="60840" rIns="122040" bIns="6084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en-US" sz="1400" b="0" u="none" strike="noStrike">
                <a:solidFill>
                  <a:srgbClr val="FFFFFF"/>
                </a:solidFill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  <a:defRPr/>
            </a:pPr>
            <a:r>
              <a:rPr lang="en-US" sz="1400" b="0" u="none" strike="noStrike">
                <a:solidFill>
                  <a:srgbClr val="FFFFFF"/>
                </a:solidFill>
                <a:latin typeface="Times New Roman"/>
              </a:rPr>
              <a:t> </a:t>
            </a:r>
            <a:endParaRPr lang="en-US" sz="1400" b="0" u="none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846412939" name="PlaceHolder 2"/>
          <p:cNvSpPr>
            <a:spLocks noGrp="1"/>
          </p:cNvSpPr>
          <p:nvPr>
            <p:ph type="sldNum" idx="56"/>
          </p:nvPr>
        </p:nvSpPr>
        <p:spPr bwMode="auto">
          <a:xfrm>
            <a:off x="10563480" y="6356520"/>
            <a:ext cx="1013760" cy="363240"/>
          </a:xfrm>
          <a:prstGeom prst="rect">
            <a:avLst/>
          </a:prstGeom>
          <a:noFill/>
          <a:ln w="0">
            <a:noFill/>
          </a:ln>
        </p:spPr>
        <p:txBody>
          <a:bodyPr lIns="122040" tIns="60840" rIns="122040" bIns="60840" anchor="ctr">
            <a:noAutofit/>
          </a:bodyPr>
          <a:lstStyle>
            <a:lvl1pPr indent="0" defTabSz="1218960">
              <a:lnSpc>
                <a:spcPct val="100000"/>
              </a:lnSpc>
              <a:buNone/>
              <a:tabLst>
                <a:tab pos="0" algn="l"/>
              </a:tabLst>
              <a:defRPr lang="ru-RU" sz="1200" b="0" u="none" strike="noStrike">
                <a:solidFill>
                  <a:schemeClr val="lt1">
                    <a:tint val="75000"/>
                  </a:schemeClr>
                </a:solidFill>
                <a:latin typeface="Calibri"/>
              </a:defRPr>
            </a:lvl1pPr>
          </a:lstStyle>
          <a:p>
            <a:pPr indent="0" defTabSz="1218960">
              <a:lnSpc>
                <a:spcPct val="100000"/>
              </a:lnSpc>
              <a:buNone/>
              <a:tabLst>
                <a:tab pos="0" algn="l"/>
              </a:tabLst>
              <a:defRPr/>
            </a:pPr>
            <a:fld id="{CED20016-7B24-44C9-A793-E97E2D0EB82A}" type="slidenum">
              <a:rPr lang="ru-RU" sz="1200" b="0" u="none" strike="noStrike">
                <a:solidFill>
                  <a:schemeClr val="lt1">
                    <a:tint val="75000"/>
                  </a:schemeClr>
                </a:solidFill>
                <a:latin typeface="Calibri"/>
              </a:rPr>
              <a:t>1</a:t>
            </a:fld>
            <a:endParaRPr lang="en-US" sz="1200" b="0" u="none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240225236" name="PlaceHolder 3"/>
          <p:cNvSpPr>
            <a:spLocks noGrp="1"/>
          </p:cNvSpPr>
          <p:nvPr>
            <p:ph type="dt" idx="57"/>
          </p:nvPr>
        </p:nvSpPr>
        <p:spPr bwMode="auto">
          <a:xfrm>
            <a:off x="1218960" y="6356520"/>
            <a:ext cx="2232720" cy="363240"/>
          </a:xfrm>
          <a:prstGeom prst="rect">
            <a:avLst/>
          </a:prstGeom>
          <a:noFill/>
          <a:ln w="0">
            <a:noFill/>
          </a:ln>
        </p:spPr>
        <p:txBody>
          <a:bodyPr lIns="122040" tIns="60840" rIns="122040" bIns="60840" anchor="ctr">
            <a:noAutofit/>
          </a:bodyPr>
          <a:lstStyle>
            <a:lvl1pPr indent="0">
              <a:buNone/>
              <a:defRPr lang="en-US" sz="1400" b="0" u="none" strike="noStrike">
                <a:solidFill>
                  <a:srgbClr val="FFFFFF"/>
                </a:solidFill>
                <a:latin typeface="Times New Roman"/>
              </a:defRPr>
            </a:lvl1pPr>
          </a:lstStyle>
          <a:p>
            <a:pPr indent="0">
              <a:buNone/>
              <a:defRPr/>
            </a:pPr>
            <a:r>
              <a:rPr lang="en-US" sz="1400" b="0" u="none" strike="noStrike">
                <a:solidFill>
                  <a:srgbClr val="FFFFFF"/>
                </a:solidFill>
                <a:latin typeface="Times New Roman"/>
              </a:rPr>
              <a:t> </a:t>
            </a:r>
            <a:endParaRPr lang="en-US" sz="1400" b="0" u="none" strike="noStrike">
              <a:solidFill>
                <a:srgbClr val="FFFFFF"/>
              </a:solidFill>
              <a:latin typeface="Times New Roman"/>
            </a:endParaRPr>
          </a:p>
        </p:txBody>
      </p:sp>
    </p:spTree>
  </p:cSld>
  <p:clrMap bg1="dk1" tx1="lt1" bg2="dk2" tx2="lt2" accent1="accent1" accent2="accent2" accent3="accent3" accent4="accent4" accent5="accent5" accent6="accent6" hlink="hlink" folHlink="folHlink"/>
  <p:sldLayoutIdLst>
    <p:sldLayoutId id="2147483683" r:id="rId1"/>
  </p:sldLayoutIdLst>
</p:sldMaster>
</file>

<file path=ppt/slideMasters/slideMaster19.xml><?xml version="1.0" encoding="utf-8"?>
<p:sld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preserve="0">
  <p:cSld name="">
    <p:bg>
      <p:bgPr shadeToTitle="0">
        <a:gradFill rotWithShape="0">
          <a:gsLst>
            <a:gs pos="0">
              <a:srgbClr val="000000"/>
            </a:gs>
            <a:gs pos="85000">
              <a:srgbClr val="0E1830"/>
            </a:gs>
            <a:gs pos="100000">
              <a:srgbClr val="142141"/>
            </a:gs>
          </a:gsLst>
          <a:lin ang="3600000" scaled="1"/>
        </a:gra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grpSp>
        <p:nvGrpSpPr>
          <p:cNvPr id="14688044" name="линии слева"/>
          <p:cNvGrpSpPr/>
          <p:nvPr/>
        </p:nvGrpSpPr>
        <p:grpSpPr bwMode="auto">
          <a:xfrm>
            <a:off x="-15840" y="-3240"/>
            <a:ext cx="818280" cy="5227560"/>
            <a:chOff x="-15840" y="-3240"/>
            <a:chExt cx="818280" cy="5227560"/>
          </a:xfrm>
        </p:grpSpPr>
        <p:sp>
          <p:nvSpPr>
            <p:cNvPr id="185" name="Полилиния 9"/>
            <p:cNvSpPr/>
            <p:nvPr/>
          </p:nvSpPr>
          <p:spPr bwMode="auto">
            <a:xfrm>
              <a:off x="-12600" y="0"/>
              <a:ext cx="815040" cy="5224320"/>
            </a:xfrm>
            <a:custGeom>
              <a:avLst/>
              <a:gdLst>
                <a:gd name="textAreaLeft" fmla="*/ 0 w 815040"/>
                <a:gd name="textAreaRight" fmla="*/ 816840 w 815040"/>
                <a:gd name="textAreaTop" fmla="*/ 0 h 5224320"/>
                <a:gd name="textAreaBottom" fmla="*/ 5226120 h 5224320"/>
              </a:gdLst>
              <a:ahLst/>
              <a:cxnLst/>
              <a:rect l="textAreaLeft" t="textAreaTop" r="textAreaRight" b="textAreaBottom"/>
              <a:pathLst>
                <a:path w="612775" h="3919538" fill="norm" stroke="1" extrusionOk="0">
                  <a:moveTo>
                    <a:pt x="0" y="3919538"/>
                  </a:moveTo>
                  <a:lnTo>
                    <a:pt x="612775" y="2984500"/>
                  </a:lnTo>
                  <a:lnTo>
                    <a:pt x="612775" y="0"/>
                  </a:lnTo>
                </a:path>
              </a:pathLst>
            </a:custGeom>
            <a:noFill/>
            <a:ln w="38100">
              <a:solidFill>
                <a:srgbClr val="007373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tIns="45000" rIns="90000" bIns="45000" anchor="ctr">
              <a:noAutofit/>
            </a:bodyPr>
            <a:p>
              <a:pPr algn="ctr" defTabSz="1218960">
                <a:lnSpc>
                  <a:spcPct val="100000"/>
                </a:lnSpc>
                <a:defRPr/>
              </a:pPr>
              <a:endParaRPr lang="ru-RU" sz="2400" b="0" u="none" strike="noStrike">
                <a:solidFill>
                  <a:schemeClr val="lt1"/>
                </a:solidFill>
                <a:latin typeface="Calibri"/>
              </a:endParaRPr>
            </a:p>
          </p:txBody>
        </p:sp>
        <p:sp>
          <p:nvSpPr>
            <p:cNvPr id="186" name="Полилиния 10"/>
            <p:cNvSpPr/>
            <p:nvPr/>
          </p:nvSpPr>
          <p:spPr bwMode="auto">
            <a:xfrm>
              <a:off x="-15840" y="0"/>
              <a:ext cx="545760" cy="4560840"/>
            </a:xfrm>
            <a:custGeom>
              <a:avLst/>
              <a:gdLst>
                <a:gd name="textAreaLeft" fmla="*/ 0 w 545760"/>
                <a:gd name="textAreaRight" fmla="*/ 547560 w 545760"/>
                <a:gd name="textAreaTop" fmla="*/ 0 h 4560840"/>
                <a:gd name="textAreaBottom" fmla="*/ 4562640 h 4560840"/>
              </a:gdLst>
              <a:ahLst/>
              <a:cxnLst/>
              <a:rect l="textAreaLeft" t="textAreaTop" r="textAreaRight" b="textAreaBottom"/>
              <a:pathLst>
                <a:path w="410751" h="3421856" fill="norm" stroke="1" extrusionOk="0">
                  <a:moveTo>
                    <a:pt x="0" y="3421856"/>
                  </a:moveTo>
                  <a:lnTo>
                    <a:pt x="410751" y="2798680"/>
                  </a:lnTo>
                  <a:lnTo>
                    <a:pt x="409575" y="0"/>
                  </a:lnTo>
                </a:path>
              </a:pathLst>
            </a:custGeom>
            <a:noFill/>
            <a:ln w="28575">
              <a:solidFill>
                <a:srgbClr val="007373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tIns="45000" rIns="90000" bIns="45000" anchor="ctr">
              <a:noAutofit/>
            </a:bodyPr>
            <a:p>
              <a:pPr algn="ctr" defTabSz="1218960">
                <a:lnSpc>
                  <a:spcPct val="100000"/>
                </a:lnSpc>
                <a:defRPr/>
              </a:pPr>
              <a:endParaRPr lang="ru-RU" sz="2400" b="0" u="none" strike="noStrike">
                <a:solidFill>
                  <a:schemeClr val="lt1"/>
                </a:solidFill>
                <a:latin typeface="Calibri"/>
              </a:endParaRPr>
            </a:p>
          </p:txBody>
        </p:sp>
        <p:sp>
          <p:nvSpPr>
            <p:cNvPr id="187" name="Полилиния 13"/>
            <p:cNvSpPr/>
            <p:nvPr/>
          </p:nvSpPr>
          <p:spPr bwMode="auto">
            <a:xfrm>
              <a:off x="-9360" y="-3240"/>
              <a:ext cx="316800" cy="3966840"/>
            </a:xfrm>
            <a:custGeom>
              <a:avLst/>
              <a:gdLst>
                <a:gd name="textAreaLeft" fmla="*/ 0 w 316800"/>
                <a:gd name="textAreaRight" fmla="*/ 318600 w 316800"/>
                <a:gd name="textAreaTop" fmla="*/ 0 h 3966840"/>
                <a:gd name="textAreaBottom" fmla="*/ 3968640 h 3966840"/>
              </a:gdLst>
              <a:ahLst/>
              <a:cxnLst/>
              <a:rect l="textAreaLeft" t="textAreaTop" r="textAreaRight" b="textAreaBottom"/>
              <a:pathLst>
                <a:path w="238919" h="2976561" fill="norm" stroke="1" extrusionOk="0">
                  <a:moveTo>
                    <a:pt x="0" y="2976561"/>
                  </a:moveTo>
                  <a:lnTo>
                    <a:pt x="238919" y="2616170"/>
                  </a:lnTo>
                  <a:cubicBezTo>
                    <a:pt x="238654" y="1744113"/>
                    <a:pt x="238390" y="872057"/>
                    <a:pt x="238125" y="0"/>
                  </a:cubicBezTo>
                </a:path>
              </a:pathLst>
            </a:custGeom>
            <a:noFill/>
            <a:ln>
              <a:solidFill>
                <a:srgbClr val="004D4D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tIns="45000" rIns="90000" bIns="45000" anchor="ctr">
              <a:noAutofit/>
            </a:bodyPr>
            <a:p>
              <a:pPr algn="ctr" defTabSz="1218960">
                <a:lnSpc>
                  <a:spcPct val="100000"/>
                </a:lnSpc>
                <a:defRPr/>
              </a:pPr>
              <a:endParaRPr lang="ru-RU" sz="2400" b="0" u="none" strike="noStrike">
                <a:solidFill>
                  <a:schemeClr val="lt1"/>
                </a:solidFill>
                <a:latin typeface="Calibri"/>
              </a:endParaRPr>
            </a:p>
          </p:txBody>
        </p:sp>
      </p:grpSp>
      <p:sp>
        <p:nvSpPr>
          <p:cNvPr id="423481007" name="PlaceHolder 1"/>
          <p:cNvSpPr>
            <a:spLocks noGrp="1"/>
          </p:cNvSpPr>
          <p:nvPr>
            <p:ph type="ftr" idx="58"/>
          </p:nvPr>
        </p:nvSpPr>
        <p:spPr bwMode="auto">
          <a:xfrm>
            <a:off x="3453480" y="6356520"/>
            <a:ext cx="5280120" cy="363240"/>
          </a:xfrm>
          <a:prstGeom prst="rect">
            <a:avLst/>
          </a:prstGeom>
          <a:noFill/>
          <a:ln w="0">
            <a:noFill/>
          </a:ln>
        </p:spPr>
        <p:txBody>
          <a:bodyPr lIns="122040" tIns="60840" rIns="122040" bIns="6084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en-US" sz="1400" b="0" u="none" strike="noStrike">
                <a:solidFill>
                  <a:srgbClr val="FFFFFF"/>
                </a:solidFill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  <a:defRPr/>
            </a:pPr>
            <a:r>
              <a:rPr lang="en-US" sz="1400" b="0" u="none" strike="noStrike">
                <a:solidFill>
                  <a:srgbClr val="FFFFFF"/>
                </a:solidFill>
                <a:latin typeface="Times New Roman"/>
              </a:rPr>
              <a:t> </a:t>
            </a:r>
            <a:endParaRPr lang="en-US" sz="1400" b="0" u="none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387670109" name="PlaceHolder 2"/>
          <p:cNvSpPr>
            <a:spLocks noGrp="1"/>
          </p:cNvSpPr>
          <p:nvPr>
            <p:ph type="sldNum" idx="59"/>
          </p:nvPr>
        </p:nvSpPr>
        <p:spPr bwMode="auto">
          <a:xfrm>
            <a:off x="10563480" y="6356520"/>
            <a:ext cx="1013760" cy="363240"/>
          </a:xfrm>
          <a:prstGeom prst="rect">
            <a:avLst/>
          </a:prstGeom>
          <a:noFill/>
          <a:ln w="0">
            <a:noFill/>
          </a:ln>
        </p:spPr>
        <p:txBody>
          <a:bodyPr lIns="122040" tIns="60840" rIns="122040" bIns="60840" anchor="ctr">
            <a:noAutofit/>
          </a:bodyPr>
          <a:lstStyle>
            <a:lvl1pPr indent="0" defTabSz="1218960">
              <a:lnSpc>
                <a:spcPct val="100000"/>
              </a:lnSpc>
              <a:buNone/>
              <a:tabLst>
                <a:tab pos="0" algn="l"/>
              </a:tabLst>
              <a:defRPr lang="ru-RU" sz="1200" b="0" u="none" strike="noStrike">
                <a:solidFill>
                  <a:schemeClr val="lt1">
                    <a:tint val="75000"/>
                  </a:schemeClr>
                </a:solidFill>
                <a:latin typeface="Calibri"/>
              </a:defRPr>
            </a:lvl1pPr>
          </a:lstStyle>
          <a:p>
            <a:pPr indent="0" defTabSz="1218960">
              <a:lnSpc>
                <a:spcPct val="100000"/>
              </a:lnSpc>
              <a:buNone/>
              <a:tabLst>
                <a:tab pos="0" algn="l"/>
              </a:tabLst>
              <a:defRPr/>
            </a:pPr>
            <a:fld id="{C63C3501-2209-4E08-8A81-1B2591DDFCE0}" type="slidenum">
              <a:rPr lang="ru-RU" sz="1200" b="0" u="none" strike="noStrike">
                <a:solidFill>
                  <a:schemeClr val="lt1">
                    <a:tint val="75000"/>
                  </a:schemeClr>
                </a:solidFill>
                <a:latin typeface="Calibri"/>
              </a:rPr>
              <a:t>1</a:t>
            </a:fld>
            <a:endParaRPr lang="en-US" sz="1200" b="0" u="none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6279745" name="PlaceHolder 3"/>
          <p:cNvSpPr>
            <a:spLocks noGrp="1"/>
          </p:cNvSpPr>
          <p:nvPr>
            <p:ph type="dt" idx="60"/>
          </p:nvPr>
        </p:nvSpPr>
        <p:spPr bwMode="auto">
          <a:xfrm>
            <a:off x="1218960" y="6356520"/>
            <a:ext cx="2232720" cy="363240"/>
          </a:xfrm>
          <a:prstGeom prst="rect">
            <a:avLst/>
          </a:prstGeom>
          <a:noFill/>
          <a:ln w="0">
            <a:noFill/>
          </a:ln>
        </p:spPr>
        <p:txBody>
          <a:bodyPr lIns="122040" tIns="60840" rIns="122040" bIns="60840" anchor="ctr">
            <a:noAutofit/>
          </a:bodyPr>
          <a:lstStyle>
            <a:lvl1pPr indent="0">
              <a:buNone/>
              <a:defRPr lang="en-US" sz="1400" b="0" u="none" strike="noStrike">
                <a:solidFill>
                  <a:srgbClr val="FFFFFF"/>
                </a:solidFill>
                <a:latin typeface="Times New Roman"/>
              </a:defRPr>
            </a:lvl1pPr>
          </a:lstStyle>
          <a:p>
            <a:pPr indent="0">
              <a:buNone/>
              <a:defRPr/>
            </a:pPr>
            <a:r>
              <a:rPr lang="en-US" sz="1400" b="0" u="none" strike="noStrike">
                <a:solidFill>
                  <a:srgbClr val="FFFFFF"/>
                </a:solidFill>
                <a:latin typeface="Times New Roman"/>
              </a:rPr>
              <a:t> </a:t>
            </a:r>
            <a:endParaRPr lang="en-US" sz="1400" b="0" u="none" strike="noStrike">
              <a:solidFill>
                <a:srgbClr val="FFFFFF"/>
              </a:solidFill>
              <a:latin typeface="Times New Roman"/>
            </a:endParaRPr>
          </a:p>
        </p:txBody>
      </p:sp>
    </p:spTree>
  </p:cSld>
  <p:clrMap bg1="dk1" tx1="lt1" bg2="dk2" tx2="lt2" accent1="accent1" accent2="accent2" accent3="accent3" accent4="accent4" accent5="accent5" accent6="accent6" hlink="hlink" folHlink="folHlink"/>
  <p:sldLayoutIdLst>
    <p:sldLayoutId id="2147483685" r:id="rId1"/>
  </p:sldLayoutIdLst>
</p:sldMaster>
</file>

<file path=ppt/slideMasters/slideMaster20.xml><?xml version="1.0" encoding="utf-8"?>
<p:sld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preserve="0">
  <p:cSld name="">
    <p:bg>
      <p:bgPr shadeToTitle="0">
        <a:gradFill rotWithShape="0">
          <a:gsLst>
            <a:gs pos="0">
              <a:srgbClr val="000000"/>
            </a:gs>
            <a:gs pos="85000">
              <a:srgbClr val="0E1830"/>
            </a:gs>
            <a:gs pos="100000">
              <a:srgbClr val="142141"/>
            </a:gs>
          </a:gsLst>
          <a:lin ang="3600000" scaled="1"/>
        </a:gra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grpSp>
        <p:nvGrpSpPr>
          <p:cNvPr id="762006532" name="линии слева"/>
          <p:cNvGrpSpPr/>
          <p:nvPr/>
        </p:nvGrpSpPr>
        <p:grpSpPr bwMode="auto">
          <a:xfrm>
            <a:off x="-15840" y="-3240"/>
            <a:ext cx="818280" cy="5227560"/>
            <a:chOff x="-15840" y="-3240"/>
            <a:chExt cx="818280" cy="5227560"/>
          </a:xfrm>
        </p:grpSpPr>
        <p:sp>
          <p:nvSpPr>
            <p:cNvPr id="192" name="Полилиния 9"/>
            <p:cNvSpPr/>
            <p:nvPr/>
          </p:nvSpPr>
          <p:spPr bwMode="auto">
            <a:xfrm>
              <a:off x="-12600" y="0"/>
              <a:ext cx="815040" cy="5224320"/>
            </a:xfrm>
            <a:custGeom>
              <a:avLst/>
              <a:gdLst>
                <a:gd name="textAreaLeft" fmla="*/ 0 w 815040"/>
                <a:gd name="textAreaRight" fmla="*/ 816840 w 815040"/>
                <a:gd name="textAreaTop" fmla="*/ 0 h 5224320"/>
                <a:gd name="textAreaBottom" fmla="*/ 5226120 h 5224320"/>
              </a:gdLst>
              <a:ahLst/>
              <a:cxnLst/>
              <a:rect l="textAreaLeft" t="textAreaTop" r="textAreaRight" b="textAreaBottom"/>
              <a:pathLst>
                <a:path w="612775" h="3919538" fill="norm" stroke="1" extrusionOk="0">
                  <a:moveTo>
                    <a:pt x="0" y="3919538"/>
                  </a:moveTo>
                  <a:lnTo>
                    <a:pt x="612775" y="2984500"/>
                  </a:lnTo>
                  <a:lnTo>
                    <a:pt x="612775" y="0"/>
                  </a:lnTo>
                </a:path>
              </a:pathLst>
            </a:custGeom>
            <a:noFill/>
            <a:ln w="38100">
              <a:solidFill>
                <a:srgbClr val="007373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tIns="45000" rIns="90000" bIns="45000" anchor="ctr">
              <a:noAutofit/>
            </a:bodyPr>
            <a:p>
              <a:pPr algn="ctr" defTabSz="1218960">
                <a:lnSpc>
                  <a:spcPct val="100000"/>
                </a:lnSpc>
                <a:defRPr/>
              </a:pPr>
              <a:endParaRPr lang="ru-RU" sz="2400" b="0" u="none" strike="noStrike">
                <a:solidFill>
                  <a:schemeClr val="lt1"/>
                </a:solidFill>
                <a:latin typeface="Calibri"/>
              </a:endParaRPr>
            </a:p>
          </p:txBody>
        </p:sp>
        <p:sp>
          <p:nvSpPr>
            <p:cNvPr id="193" name="Полилиния 10"/>
            <p:cNvSpPr/>
            <p:nvPr/>
          </p:nvSpPr>
          <p:spPr bwMode="auto">
            <a:xfrm>
              <a:off x="-15840" y="0"/>
              <a:ext cx="545760" cy="4560840"/>
            </a:xfrm>
            <a:custGeom>
              <a:avLst/>
              <a:gdLst>
                <a:gd name="textAreaLeft" fmla="*/ 0 w 545760"/>
                <a:gd name="textAreaRight" fmla="*/ 547560 w 545760"/>
                <a:gd name="textAreaTop" fmla="*/ 0 h 4560840"/>
                <a:gd name="textAreaBottom" fmla="*/ 4562640 h 4560840"/>
              </a:gdLst>
              <a:ahLst/>
              <a:cxnLst/>
              <a:rect l="textAreaLeft" t="textAreaTop" r="textAreaRight" b="textAreaBottom"/>
              <a:pathLst>
                <a:path w="410751" h="3421856" fill="norm" stroke="1" extrusionOk="0">
                  <a:moveTo>
                    <a:pt x="0" y="3421856"/>
                  </a:moveTo>
                  <a:lnTo>
                    <a:pt x="410751" y="2798680"/>
                  </a:lnTo>
                  <a:lnTo>
                    <a:pt x="409575" y="0"/>
                  </a:lnTo>
                </a:path>
              </a:pathLst>
            </a:custGeom>
            <a:noFill/>
            <a:ln w="28575">
              <a:solidFill>
                <a:srgbClr val="007373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tIns="45000" rIns="90000" bIns="45000" anchor="ctr">
              <a:noAutofit/>
            </a:bodyPr>
            <a:p>
              <a:pPr algn="ctr" defTabSz="1218960">
                <a:lnSpc>
                  <a:spcPct val="100000"/>
                </a:lnSpc>
                <a:defRPr/>
              </a:pPr>
              <a:endParaRPr lang="ru-RU" sz="2400" b="0" u="none" strike="noStrike">
                <a:solidFill>
                  <a:schemeClr val="lt1"/>
                </a:solidFill>
                <a:latin typeface="Calibri"/>
              </a:endParaRPr>
            </a:p>
          </p:txBody>
        </p:sp>
        <p:sp>
          <p:nvSpPr>
            <p:cNvPr id="194" name="Полилиния 13"/>
            <p:cNvSpPr/>
            <p:nvPr/>
          </p:nvSpPr>
          <p:spPr bwMode="auto">
            <a:xfrm>
              <a:off x="-9360" y="-3240"/>
              <a:ext cx="316800" cy="3966840"/>
            </a:xfrm>
            <a:custGeom>
              <a:avLst/>
              <a:gdLst>
                <a:gd name="textAreaLeft" fmla="*/ 0 w 316800"/>
                <a:gd name="textAreaRight" fmla="*/ 318600 w 316800"/>
                <a:gd name="textAreaTop" fmla="*/ 0 h 3966840"/>
                <a:gd name="textAreaBottom" fmla="*/ 3968640 h 3966840"/>
              </a:gdLst>
              <a:ahLst/>
              <a:cxnLst/>
              <a:rect l="textAreaLeft" t="textAreaTop" r="textAreaRight" b="textAreaBottom"/>
              <a:pathLst>
                <a:path w="238919" h="2976561" fill="norm" stroke="1" extrusionOk="0">
                  <a:moveTo>
                    <a:pt x="0" y="2976561"/>
                  </a:moveTo>
                  <a:lnTo>
                    <a:pt x="238919" y="2616170"/>
                  </a:lnTo>
                  <a:cubicBezTo>
                    <a:pt x="238654" y="1744113"/>
                    <a:pt x="238390" y="872057"/>
                    <a:pt x="238125" y="0"/>
                  </a:cubicBezTo>
                </a:path>
              </a:pathLst>
            </a:custGeom>
            <a:noFill/>
            <a:ln>
              <a:solidFill>
                <a:srgbClr val="004D4D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tIns="45000" rIns="90000" bIns="45000" anchor="ctr">
              <a:noAutofit/>
            </a:bodyPr>
            <a:p>
              <a:pPr algn="ctr" defTabSz="1218960">
                <a:lnSpc>
                  <a:spcPct val="100000"/>
                </a:lnSpc>
                <a:defRPr/>
              </a:pPr>
              <a:endParaRPr lang="ru-RU" sz="2400" b="0" u="none" strike="noStrike">
                <a:solidFill>
                  <a:schemeClr val="lt1"/>
                </a:solidFill>
                <a:latin typeface="Calibri"/>
              </a:endParaRPr>
            </a:p>
          </p:txBody>
        </p:sp>
      </p:grpSp>
      <p:sp>
        <p:nvSpPr>
          <p:cNvPr id="1256495769" name="PlaceHolder 1"/>
          <p:cNvSpPr>
            <a:spLocks noGrp="1"/>
          </p:cNvSpPr>
          <p:nvPr>
            <p:ph type="title"/>
          </p:nvPr>
        </p:nvSpPr>
        <p:spPr bwMode="auto">
          <a:xfrm>
            <a:off x="609120" y="273600"/>
            <a:ext cx="10969200" cy="11444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p>
            <a:pPr indent="0">
              <a:buNone/>
              <a:defRPr/>
            </a:pPr>
            <a:r>
              <a:rPr lang="en-US" sz="1800" b="0" u="none" strike="noStrike">
                <a:solidFill>
                  <a:srgbClr val="FFFFFF"/>
                </a:solidFill>
                <a:latin typeface="Arial"/>
              </a:rPr>
              <a:t>Click to edit the title text format</a:t>
            </a:r>
            <a:endParaRPr lang="en-US" sz="1800" b="0" u="none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031478376" name="PlaceHolder 2"/>
          <p:cNvSpPr>
            <a:spLocks noGrp="1"/>
          </p:cNvSpPr>
          <p:nvPr>
            <p:ph type="body"/>
          </p:nvPr>
        </p:nvSpPr>
        <p:spPr bwMode="auto">
          <a:xfrm>
            <a:off x="609120" y="1604520"/>
            <a:ext cx="10969200" cy="39769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FFFFFF"/>
              </a:buClr>
              <a:buSzPct val="45000"/>
              <a:buFont typeface="Wingdings"/>
              <a:buChar char=""/>
              <a:defRPr/>
            </a:pPr>
            <a:r>
              <a:rPr lang="en-US" sz="1800" b="0" u="none" strike="noStrike">
                <a:solidFill>
                  <a:srgbClr val="FFFFFF"/>
                </a:solidFill>
                <a:latin typeface="Arial"/>
              </a:rPr>
              <a:t>Click to edit the outline text format</a:t>
            </a:r>
            <a:endParaRPr lang="en-US" sz="1800" b="0" u="none" strike="noStrike">
              <a:solidFill>
                <a:srgbClr val="FFFFFF"/>
              </a:solidFill>
              <a:latin typeface="Arial"/>
            </a:endParaRPr>
          </a:p>
          <a:p>
            <a:pPr marL="864000" lvl="1" indent="-324000">
              <a:spcBef>
                <a:spcPts val="1134"/>
              </a:spcBef>
              <a:buClr>
                <a:srgbClr val="FFFFFF"/>
              </a:buClr>
              <a:buSzPct val="75000"/>
              <a:buFont typeface="Symbol"/>
              <a:buChar char=""/>
              <a:defRPr/>
            </a:pPr>
            <a:r>
              <a:rPr lang="en-US" sz="1800" b="0" u="none" strike="noStrike">
                <a:solidFill>
                  <a:srgbClr val="FFFFFF"/>
                </a:solidFill>
                <a:latin typeface="Arial"/>
              </a:rPr>
              <a:t>Second Outline Level</a:t>
            </a:r>
            <a:endParaRPr lang="en-US" sz="1800" b="0" u="none" strike="noStrike">
              <a:solidFill>
                <a:srgbClr val="FFFFFF"/>
              </a:solidFill>
              <a:latin typeface="Arial"/>
            </a:endParaRPr>
          </a:p>
          <a:p>
            <a:pPr marL="1296000" lvl="2" indent="-288000">
              <a:spcBef>
                <a:spcPts val="850"/>
              </a:spcBef>
              <a:buClr>
                <a:srgbClr val="FFFFFF"/>
              </a:buClr>
              <a:buSzPct val="45000"/>
              <a:buFont typeface="Wingdings"/>
              <a:buChar char=""/>
              <a:defRPr/>
            </a:pPr>
            <a:r>
              <a:rPr lang="en-US" sz="1800" b="0" u="none" strike="noStrike">
                <a:solidFill>
                  <a:srgbClr val="FFFFFF"/>
                </a:solidFill>
                <a:latin typeface="Arial"/>
              </a:rPr>
              <a:t>Third Outline Level</a:t>
            </a:r>
            <a:endParaRPr lang="en-US" sz="1800" b="0" u="none" strike="noStrike">
              <a:solidFill>
                <a:srgbClr val="FFFFFF"/>
              </a:solidFill>
              <a:latin typeface="Arial"/>
            </a:endParaRPr>
          </a:p>
          <a:p>
            <a:pPr marL="1728000" lvl="3" indent="-216000">
              <a:spcBef>
                <a:spcPts val="567"/>
              </a:spcBef>
              <a:buClr>
                <a:srgbClr val="FFFFFF"/>
              </a:buClr>
              <a:buSzPct val="75000"/>
              <a:buFont typeface="Symbol"/>
              <a:buChar char=""/>
              <a:defRPr/>
            </a:pPr>
            <a:r>
              <a:rPr lang="en-US" sz="1800" b="0" u="none" strike="noStrike">
                <a:solidFill>
                  <a:srgbClr val="FFFFFF"/>
                </a:solidFill>
                <a:latin typeface="Arial"/>
              </a:rPr>
              <a:t>Fourth Outline Level</a:t>
            </a:r>
            <a:endParaRPr lang="en-US" sz="1800" b="0" u="none" strike="noStrike">
              <a:solidFill>
                <a:srgbClr val="FFFFFF"/>
              </a:solidFill>
              <a:latin typeface="Arial"/>
            </a:endParaRPr>
          </a:p>
          <a:p>
            <a:pPr marL="2160000" lvl="4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/>
              <a:buChar char=""/>
              <a:defRPr/>
            </a:pPr>
            <a:r>
              <a:rPr lang="en-US" sz="1800" b="0" u="none" strike="noStrike">
                <a:solidFill>
                  <a:srgbClr val="FFFFFF"/>
                </a:solidFill>
                <a:latin typeface="Arial"/>
              </a:rPr>
              <a:t>Fifth Outline Level</a:t>
            </a:r>
            <a:endParaRPr lang="en-US" sz="1800" b="0" u="none" strike="noStrike">
              <a:solidFill>
                <a:srgbClr val="FFFFFF"/>
              </a:solidFill>
              <a:latin typeface="Arial"/>
            </a:endParaRPr>
          </a:p>
          <a:p>
            <a:pPr marL="2592000" lvl="5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/>
              <a:buChar char=""/>
              <a:defRPr/>
            </a:pPr>
            <a:r>
              <a:rPr lang="en-US" sz="1800" b="0" u="none" strike="noStrike">
                <a:solidFill>
                  <a:srgbClr val="FFFFFF"/>
                </a:solidFill>
                <a:latin typeface="Arial"/>
              </a:rPr>
              <a:t>Sixth Outline Level</a:t>
            </a:r>
            <a:endParaRPr lang="en-US" sz="1800" b="0" u="none" strike="noStrike">
              <a:solidFill>
                <a:srgbClr val="FFFFFF"/>
              </a:solidFill>
              <a:latin typeface="Arial"/>
            </a:endParaRPr>
          </a:p>
          <a:p>
            <a:pPr marL="3024000" lvl="6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/>
              <a:buChar char=""/>
              <a:defRPr/>
            </a:pPr>
            <a:r>
              <a:rPr lang="en-US" sz="1800" b="0" u="none" strike="noStrike">
                <a:solidFill>
                  <a:srgbClr val="FFFFFF"/>
                </a:solidFill>
                <a:latin typeface="Arial"/>
              </a:rPr>
              <a:t>Seventh Outline Level</a:t>
            </a:r>
            <a:endParaRPr lang="en-US" sz="1800" b="0" u="none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77799903" name="PlaceHolder 3"/>
          <p:cNvSpPr>
            <a:spLocks noGrp="1"/>
          </p:cNvSpPr>
          <p:nvPr>
            <p:ph type="ftr" idx="61"/>
          </p:nvPr>
        </p:nvSpPr>
        <p:spPr bwMode="auto">
          <a:xfrm>
            <a:off x="3453480" y="6356520"/>
            <a:ext cx="5280120" cy="363240"/>
          </a:xfrm>
          <a:prstGeom prst="rect">
            <a:avLst/>
          </a:prstGeom>
          <a:noFill/>
          <a:ln w="0">
            <a:noFill/>
          </a:ln>
        </p:spPr>
        <p:txBody>
          <a:bodyPr lIns="122040" tIns="60840" rIns="122040" bIns="6084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en-US" sz="1400" b="0" u="none" strike="noStrike">
                <a:solidFill>
                  <a:srgbClr val="FFFFFF"/>
                </a:solidFill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  <a:defRPr/>
            </a:pPr>
            <a:r>
              <a:rPr lang="en-US" sz="1400" b="0" u="none" strike="noStrike">
                <a:solidFill>
                  <a:srgbClr val="FFFFFF"/>
                </a:solidFill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543844118" name="PlaceHolder 4"/>
          <p:cNvSpPr>
            <a:spLocks noGrp="1"/>
          </p:cNvSpPr>
          <p:nvPr>
            <p:ph type="sldNum" idx="62"/>
          </p:nvPr>
        </p:nvSpPr>
        <p:spPr bwMode="auto">
          <a:xfrm>
            <a:off x="10563480" y="6356520"/>
            <a:ext cx="1013760" cy="363240"/>
          </a:xfrm>
          <a:prstGeom prst="rect">
            <a:avLst/>
          </a:prstGeom>
          <a:noFill/>
          <a:ln w="0">
            <a:noFill/>
          </a:ln>
        </p:spPr>
        <p:txBody>
          <a:bodyPr lIns="122040" tIns="60840" rIns="122040" bIns="60840" anchor="ctr">
            <a:noAutofit/>
          </a:bodyPr>
          <a:lstStyle>
            <a:lvl1pPr indent="0" defTabSz="1218960">
              <a:lnSpc>
                <a:spcPct val="100000"/>
              </a:lnSpc>
              <a:buNone/>
              <a:tabLst>
                <a:tab pos="0" algn="l"/>
              </a:tabLst>
              <a:defRPr lang="ru-RU" sz="1200" b="0" u="none" strike="noStrike">
                <a:solidFill>
                  <a:schemeClr val="lt1">
                    <a:tint val="75000"/>
                  </a:schemeClr>
                </a:solidFill>
                <a:latin typeface="Calibri"/>
              </a:defRPr>
            </a:lvl1pPr>
          </a:lstStyle>
          <a:p>
            <a:pPr indent="0" defTabSz="1218960">
              <a:lnSpc>
                <a:spcPct val="100000"/>
              </a:lnSpc>
              <a:buNone/>
              <a:tabLst>
                <a:tab pos="0" algn="l"/>
              </a:tabLst>
              <a:defRPr/>
            </a:pPr>
            <a:fld id="{F8475F22-CC83-42DD-AA60-95157B5083E7}" type="slidenum">
              <a:rPr lang="ru-RU" sz="1200" b="0" u="none" strike="noStrike">
                <a:solidFill>
                  <a:schemeClr val="lt1">
                    <a:tint val="75000"/>
                  </a:schemeClr>
                </a:solidFill>
                <a:latin typeface="Calibri"/>
              </a:rPr>
              <a:t>&lt;number&gt;</a:t>
            </a:fld>
            <a:endParaRPr lang="en-US" sz="1200" b="0" u="none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994531044" name="PlaceHolder 5"/>
          <p:cNvSpPr>
            <a:spLocks noGrp="1"/>
          </p:cNvSpPr>
          <p:nvPr>
            <p:ph type="dt" idx="63"/>
          </p:nvPr>
        </p:nvSpPr>
        <p:spPr bwMode="auto">
          <a:xfrm>
            <a:off x="1218960" y="6356520"/>
            <a:ext cx="2232720" cy="363240"/>
          </a:xfrm>
          <a:prstGeom prst="rect">
            <a:avLst/>
          </a:prstGeom>
          <a:noFill/>
          <a:ln w="0">
            <a:noFill/>
          </a:ln>
        </p:spPr>
        <p:txBody>
          <a:bodyPr lIns="122040" tIns="60840" rIns="122040" bIns="60840" anchor="ctr">
            <a:noAutofit/>
          </a:bodyPr>
          <a:lstStyle>
            <a:lvl1pPr indent="0">
              <a:buNone/>
              <a:defRPr lang="en-US" sz="1400" b="0" u="none" strike="noStrike">
                <a:solidFill>
                  <a:srgbClr val="FFFFFF"/>
                </a:solidFill>
                <a:latin typeface="Times New Roman"/>
              </a:defRPr>
            </a:lvl1pPr>
          </a:lstStyle>
          <a:p>
            <a:pPr indent="0">
              <a:buNone/>
              <a:defRPr/>
            </a:pPr>
            <a:r>
              <a:rPr lang="en-US" sz="1400" b="0" u="none" strike="noStrike">
                <a:solidFill>
                  <a:srgbClr val="FFFFFF"/>
                </a:solidFill>
                <a:latin typeface="Times New Roman"/>
              </a:rPr>
              <a:t>&lt;date/time&gt;</a:t>
            </a:r>
            <a:endParaRPr lang="en-US" sz="1400" b="0" u="none" strike="noStrike">
              <a:solidFill>
                <a:srgbClr val="FFFFFF"/>
              </a:solidFill>
              <a:latin typeface="Times New Roman"/>
            </a:endParaRPr>
          </a:p>
        </p:txBody>
      </p:sp>
    </p:spTree>
  </p:cSld>
  <p:clrMap bg1="dk1" tx1="lt1" bg2="dk2" tx2="lt2" accent1="accent1" accent2="accent2" accent3="accent3" accent4="accent4" accent5="accent5" accent6="accent6" hlink="hlink" folHlink="folHlink"/>
  <p:sldLayoutIdLst>
    <p:sldLayoutId id="2147483687" r:id="rId1"/>
  </p:sldLayoutIdLst>
</p:sldMaster>
</file>

<file path=ppt/slideMasters/slideMaster21.xml><?xml version="1.0" encoding="utf-8"?>
<p:sld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preserve="0">
  <p:cSld name="">
    <p:bg>
      <p:bgPr shadeToTitle="0">
        <a:gradFill rotWithShape="0">
          <a:gsLst>
            <a:gs pos="0">
              <a:srgbClr val="000000"/>
            </a:gs>
            <a:gs pos="85000">
              <a:srgbClr val="0E1830"/>
            </a:gs>
            <a:gs pos="100000">
              <a:srgbClr val="142141"/>
            </a:gs>
          </a:gsLst>
          <a:lin ang="3600000" scaled="1"/>
        </a:gra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grpSp>
        <p:nvGrpSpPr>
          <p:cNvPr id="793786507" name="линии слева"/>
          <p:cNvGrpSpPr/>
          <p:nvPr/>
        </p:nvGrpSpPr>
        <p:grpSpPr bwMode="auto">
          <a:xfrm>
            <a:off x="-15840" y="-3240"/>
            <a:ext cx="818280" cy="5227560"/>
            <a:chOff x="-15840" y="-3240"/>
            <a:chExt cx="818280" cy="5227560"/>
          </a:xfrm>
        </p:grpSpPr>
        <p:sp>
          <p:nvSpPr>
            <p:cNvPr id="203" name="Полилиния 9"/>
            <p:cNvSpPr/>
            <p:nvPr/>
          </p:nvSpPr>
          <p:spPr bwMode="auto">
            <a:xfrm>
              <a:off x="-12600" y="0"/>
              <a:ext cx="815040" cy="5224320"/>
            </a:xfrm>
            <a:custGeom>
              <a:avLst/>
              <a:gdLst>
                <a:gd name="textAreaLeft" fmla="*/ 0 w 815040"/>
                <a:gd name="textAreaRight" fmla="*/ 816840 w 815040"/>
                <a:gd name="textAreaTop" fmla="*/ 0 h 5224320"/>
                <a:gd name="textAreaBottom" fmla="*/ 5226120 h 5224320"/>
              </a:gdLst>
              <a:ahLst/>
              <a:cxnLst/>
              <a:rect l="textAreaLeft" t="textAreaTop" r="textAreaRight" b="textAreaBottom"/>
              <a:pathLst>
                <a:path w="612775" h="3919538" fill="norm" stroke="1" extrusionOk="0">
                  <a:moveTo>
                    <a:pt x="0" y="3919538"/>
                  </a:moveTo>
                  <a:lnTo>
                    <a:pt x="612775" y="2984500"/>
                  </a:lnTo>
                  <a:lnTo>
                    <a:pt x="612775" y="0"/>
                  </a:lnTo>
                </a:path>
              </a:pathLst>
            </a:custGeom>
            <a:noFill/>
            <a:ln w="38100">
              <a:solidFill>
                <a:srgbClr val="007373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tIns="45000" rIns="90000" bIns="45000" anchor="ctr">
              <a:noAutofit/>
            </a:bodyPr>
            <a:p>
              <a:pPr algn="ctr" defTabSz="1218960">
                <a:lnSpc>
                  <a:spcPct val="100000"/>
                </a:lnSpc>
                <a:defRPr/>
              </a:pPr>
              <a:endParaRPr lang="ru-RU" sz="2400" b="0" u="none" strike="noStrike">
                <a:solidFill>
                  <a:schemeClr val="lt1"/>
                </a:solidFill>
                <a:latin typeface="Calibri"/>
              </a:endParaRPr>
            </a:p>
          </p:txBody>
        </p:sp>
        <p:sp>
          <p:nvSpPr>
            <p:cNvPr id="204" name="Полилиния 10"/>
            <p:cNvSpPr/>
            <p:nvPr/>
          </p:nvSpPr>
          <p:spPr bwMode="auto">
            <a:xfrm>
              <a:off x="-15840" y="0"/>
              <a:ext cx="545760" cy="4560840"/>
            </a:xfrm>
            <a:custGeom>
              <a:avLst/>
              <a:gdLst>
                <a:gd name="textAreaLeft" fmla="*/ 0 w 545760"/>
                <a:gd name="textAreaRight" fmla="*/ 547560 w 545760"/>
                <a:gd name="textAreaTop" fmla="*/ 0 h 4560840"/>
                <a:gd name="textAreaBottom" fmla="*/ 4562640 h 4560840"/>
              </a:gdLst>
              <a:ahLst/>
              <a:cxnLst/>
              <a:rect l="textAreaLeft" t="textAreaTop" r="textAreaRight" b="textAreaBottom"/>
              <a:pathLst>
                <a:path w="410751" h="3421856" fill="norm" stroke="1" extrusionOk="0">
                  <a:moveTo>
                    <a:pt x="0" y="3421856"/>
                  </a:moveTo>
                  <a:lnTo>
                    <a:pt x="410751" y="2798680"/>
                  </a:lnTo>
                  <a:lnTo>
                    <a:pt x="409575" y="0"/>
                  </a:lnTo>
                </a:path>
              </a:pathLst>
            </a:custGeom>
            <a:noFill/>
            <a:ln w="28575">
              <a:solidFill>
                <a:srgbClr val="007373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tIns="45000" rIns="90000" bIns="45000" anchor="ctr">
              <a:noAutofit/>
            </a:bodyPr>
            <a:p>
              <a:pPr algn="ctr" defTabSz="1218960">
                <a:lnSpc>
                  <a:spcPct val="100000"/>
                </a:lnSpc>
                <a:defRPr/>
              </a:pPr>
              <a:endParaRPr lang="ru-RU" sz="2400" b="0" u="none" strike="noStrike">
                <a:solidFill>
                  <a:schemeClr val="lt1"/>
                </a:solidFill>
                <a:latin typeface="Calibri"/>
              </a:endParaRPr>
            </a:p>
          </p:txBody>
        </p:sp>
        <p:sp>
          <p:nvSpPr>
            <p:cNvPr id="205" name="Полилиния 13"/>
            <p:cNvSpPr/>
            <p:nvPr/>
          </p:nvSpPr>
          <p:spPr bwMode="auto">
            <a:xfrm>
              <a:off x="-9360" y="-3240"/>
              <a:ext cx="316800" cy="3966840"/>
            </a:xfrm>
            <a:custGeom>
              <a:avLst/>
              <a:gdLst>
                <a:gd name="textAreaLeft" fmla="*/ 0 w 316800"/>
                <a:gd name="textAreaRight" fmla="*/ 318600 w 316800"/>
                <a:gd name="textAreaTop" fmla="*/ 0 h 3966840"/>
                <a:gd name="textAreaBottom" fmla="*/ 3968640 h 3966840"/>
              </a:gdLst>
              <a:ahLst/>
              <a:cxnLst/>
              <a:rect l="textAreaLeft" t="textAreaTop" r="textAreaRight" b="textAreaBottom"/>
              <a:pathLst>
                <a:path w="238919" h="2976561" fill="norm" stroke="1" extrusionOk="0">
                  <a:moveTo>
                    <a:pt x="0" y="2976561"/>
                  </a:moveTo>
                  <a:lnTo>
                    <a:pt x="238919" y="2616170"/>
                  </a:lnTo>
                  <a:cubicBezTo>
                    <a:pt x="238654" y="1744113"/>
                    <a:pt x="238390" y="872057"/>
                    <a:pt x="238125" y="0"/>
                  </a:cubicBezTo>
                </a:path>
              </a:pathLst>
            </a:custGeom>
            <a:noFill/>
            <a:ln>
              <a:solidFill>
                <a:srgbClr val="004D4D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tIns="45000" rIns="90000" bIns="45000" anchor="ctr">
              <a:noAutofit/>
            </a:bodyPr>
            <a:p>
              <a:pPr algn="ctr" defTabSz="1218960">
                <a:lnSpc>
                  <a:spcPct val="100000"/>
                </a:lnSpc>
                <a:defRPr/>
              </a:pPr>
              <a:endParaRPr lang="ru-RU" sz="2400" b="0" u="none" strike="noStrike">
                <a:solidFill>
                  <a:schemeClr val="lt1"/>
                </a:solidFill>
                <a:latin typeface="Calibri"/>
              </a:endParaRPr>
            </a:p>
          </p:txBody>
        </p:sp>
      </p:grpSp>
      <p:sp>
        <p:nvSpPr>
          <p:cNvPr id="1654727235" name="PlaceHolder 1"/>
          <p:cNvSpPr>
            <a:spLocks noGrp="1"/>
          </p:cNvSpPr>
          <p:nvPr>
            <p:ph type="title"/>
          </p:nvPr>
        </p:nvSpPr>
        <p:spPr bwMode="auto">
          <a:xfrm>
            <a:off x="609120" y="273600"/>
            <a:ext cx="10969200" cy="11444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p>
            <a:pPr indent="0">
              <a:buNone/>
              <a:defRPr/>
            </a:pPr>
            <a:r>
              <a:rPr lang="en-US" sz="1800" b="0" u="none" strike="noStrike">
                <a:solidFill>
                  <a:srgbClr val="FFFFFF"/>
                </a:solidFill>
                <a:latin typeface="Arial"/>
              </a:rPr>
              <a:t>Click to edit the title text format</a:t>
            </a:r>
            <a:endParaRPr lang="en-US" sz="1800" b="0" u="none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22676913" name="PlaceHolder 2"/>
          <p:cNvSpPr>
            <a:spLocks noGrp="1"/>
          </p:cNvSpPr>
          <p:nvPr>
            <p:ph type="body"/>
          </p:nvPr>
        </p:nvSpPr>
        <p:spPr bwMode="auto">
          <a:xfrm>
            <a:off x="609120" y="1604520"/>
            <a:ext cx="5352480" cy="39769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FFFFFF"/>
              </a:buClr>
              <a:buSzPct val="45000"/>
              <a:buFont typeface="Wingdings"/>
              <a:buChar char=""/>
              <a:defRPr/>
            </a:pPr>
            <a:r>
              <a:rPr lang="en-US" sz="1800" b="0" u="none" strike="noStrike">
                <a:solidFill>
                  <a:srgbClr val="FFFFFF"/>
                </a:solidFill>
                <a:latin typeface="Arial"/>
              </a:rPr>
              <a:t>Click to edit the outline text format</a:t>
            </a:r>
            <a:endParaRPr lang="en-US" sz="1800" b="0" u="none" strike="noStrike">
              <a:solidFill>
                <a:srgbClr val="FFFFFF"/>
              </a:solidFill>
              <a:latin typeface="Arial"/>
            </a:endParaRPr>
          </a:p>
          <a:p>
            <a:pPr marL="864000" lvl="1" indent="-324000">
              <a:spcBef>
                <a:spcPts val="1134"/>
              </a:spcBef>
              <a:buClr>
                <a:srgbClr val="FFFFFF"/>
              </a:buClr>
              <a:buSzPct val="75000"/>
              <a:buFont typeface="Symbol"/>
              <a:buChar char=""/>
              <a:defRPr/>
            </a:pPr>
            <a:r>
              <a:rPr lang="en-US" sz="1800" b="0" u="none" strike="noStrike">
                <a:solidFill>
                  <a:srgbClr val="FFFFFF"/>
                </a:solidFill>
                <a:latin typeface="Arial"/>
              </a:rPr>
              <a:t>Second Outline Level</a:t>
            </a:r>
            <a:endParaRPr lang="en-US" sz="1800" b="0" u="none" strike="noStrike">
              <a:solidFill>
                <a:srgbClr val="FFFFFF"/>
              </a:solidFill>
              <a:latin typeface="Arial"/>
            </a:endParaRPr>
          </a:p>
          <a:p>
            <a:pPr marL="1296000" lvl="2" indent="-288000">
              <a:spcBef>
                <a:spcPts val="850"/>
              </a:spcBef>
              <a:buClr>
                <a:srgbClr val="FFFFFF"/>
              </a:buClr>
              <a:buSzPct val="45000"/>
              <a:buFont typeface="Wingdings"/>
              <a:buChar char=""/>
              <a:defRPr/>
            </a:pPr>
            <a:r>
              <a:rPr lang="en-US" sz="1800" b="0" u="none" strike="noStrike">
                <a:solidFill>
                  <a:srgbClr val="FFFFFF"/>
                </a:solidFill>
                <a:latin typeface="Arial"/>
              </a:rPr>
              <a:t>Third Outline Level</a:t>
            </a:r>
            <a:endParaRPr lang="en-US" sz="1800" b="0" u="none" strike="noStrike">
              <a:solidFill>
                <a:srgbClr val="FFFFFF"/>
              </a:solidFill>
              <a:latin typeface="Arial"/>
            </a:endParaRPr>
          </a:p>
          <a:p>
            <a:pPr marL="1728000" lvl="3" indent="-216000">
              <a:spcBef>
                <a:spcPts val="567"/>
              </a:spcBef>
              <a:buClr>
                <a:srgbClr val="FFFFFF"/>
              </a:buClr>
              <a:buSzPct val="75000"/>
              <a:buFont typeface="Symbol"/>
              <a:buChar char=""/>
              <a:defRPr/>
            </a:pPr>
            <a:r>
              <a:rPr lang="en-US" sz="1800" b="0" u="none" strike="noStrike">
                <a:solidFill>
                  <a:srgbClr val="FFFFFF"/>
                </a:solidFill>
                <a:latin typeface="Arial"/>
              </a:rPr>
              <a:t>Fourth Outline Level</a:t>
            </a:r>
            <a:endParaRPr lang="en-US" sz="1800" b="0" u="none" strike="noStrike">
              <a:solidFill>
                <a:srgbClr val="FFFFFF"/>
              </a:solidFill>
              <a:latin typeface="Arial"/>
            </a:endParaRPr>
          </a:p>
          <a:p>
            <a:pPr marL="2160000" lvl="4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/>
              <a:buChar char=""/>
              <a:defRPr/>
            </a:pPr>
            <a:r>
              <a:rPr lang="en-US" sz="1800" b="0" u="none" strike="noStrike">
                <a:solidFill>
                  <a:srgbClr val="FFFFFF"/>
                </a:solidFill>
                <a:latin typeface="Arial"/>
              </a:rPr>
              <a:t>Fifth Outline Level</a:t>
            </a:r>
            <a:endParaRPr lang="en-US" sz="1800" b="0" u="none" strike="noStrike">
              <a:solidFill>
                <a:srgbClr val="FFFFFF"/>
              </a:solidFill>
              <a:latin typeface="Arial"/>
            </a:endParaRPr>
          </a:p>
          <a:p>
            <a:pPr marL="2592000" lvl="5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/>
              <a:buChar char=""/>
              <a:defRPr/>
            </a:pPr>
            <a:r>
              <a:rPr lang="en-US" sz="1800" b="0" u="none" strike="noStrike">
                <a:solidFill>
                  <a:srgbClr val="FFFFFF"/>
                </a:solidFill>
                <a:latin typeface="Arial"/>
              </a:rPr>
              <a:t>Sixth Outline Level</a:t>
            </a:r>
            <a:endParaRPr lang="en-US" sz="1800" b="0" u="none" strike="noStrike">
              <a:solidFill>
                <a:srgbClr val="FFFFFF"/>
              </a:solidFill>
              <a:latin typeface="Arial"/>
            </a:endParaRPr>
          </a:p>
          <a:p>
            <a:pPr marL="3024000" lvl="6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/>
              <a:buChar char=""/>
              <a:defRPr/>
            </a:pPr>
            <a:r>
              <a:rPr lang="en-US" sz="1800" b="0" u="none" strike="noStrike">
                <a:solidFill>
                  <a:srgbClr val="FFFFFF"/>
                </a:solidFill>
                <a:latin typeface="Arial"/>
              </a:rPr>
              <a:t>Seventh Outline Level</a:t>
            </a:r>
            <a:endParaRPr lang="en-US" sz="1800" b="0" u="none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481504968" name="PlaceHolder 3"/>
          <p:cNvSpPr>
            <a:spLocks noGrp="1"/>
          </p:cNvSpPr>
          <p:nvPr>
            <p:ph type="body"/>
          </p:nvPr>
        </p:nvSpPr>
        <p:spPr bwMode="auto">
          <a:xfrm>
            <a:off x="6230160" y="1604520"/>
            <a:ext cx="5352480" cy="39769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FFFFFF"/>
              </a:buClr>
              <a:buSzPct val="45000"/>
              <a:buFont typeface="Wingdings"/>
              <a:buChar char=""/>
              <a:defRPr/>
            </a:pPr>
            <a:r>
              <a:rPr lang="en-US" sz="1800" b="0" u="none" strike="noStrike">
                <a:solidFill>
                  <a:srgbClr val="FFFFFF"/>
                </a:solidFill>
                <a:latin typeface="Arial"/>
              </a:rPr>
              <a:t>Click to edit the outline text format</a:t>
            </a:r>
            <a:endParaRPr lang="en-US" sz="1800" b="0" u="none" strike="noStrike">
              <a:solidFill>
                <a:srgbClr val="FFFFFF"/>
              </a:solidFill>
              <a:latin typeface="Arial"/>
            </a:endParaRPr>
          </a:p>
          <a:p>
            <a:pPr marL="864000" lvl="1" indent="-324000">
              <a:spcBef>
                <a:spcPts val="1134"/>
              </a:spcBef>
              <a:buClr>
                <a:srgbClr val="FFFFFF"/>
              </a:buClr>
              <a:buSzPct val="75000"/>
              <a:buFont typeface="Symbol"/>
              <a:buChar char=""/>
              <a:defRPr/>
            </a:pPr>
            <a:r>
              <a:rPr lang="en-US" sz="1800" b="0" u="none" strike="noStrike">
                <a:solidFill>
                  <a:srgbClr val="FFFFFF"/>
                </a:solidFill>
                <a:latin typeface="Arial"/>
              </a:rPr>
              <a:t>Second Outline Level</a:t>
            </a:r>
            <a:endParaRPr lang="en-US" sz="1800" b="0" u="none" strike="noStrike">
              <a:solidFill>
                <a:srgbClr val="FFFFFF"/>
              </a:solidFill>
              <a:latin typeface="Arial"/>
            </a:endParaRPr>
          </a:p>
          <a:p>
            <a:pPr marL="1296000" lvl="2" indent="-288000">
              <a:spcBef>
                <a:spcPts val="850"/>
              </a:spcBef>
              <a:buClr>
                <a:srgbClr val="FFFFFF"/>
              </a:buClr>
              <a:buSzPct val="45000"/>
              <a:buFont typeface="Wingdings"/>
              <a:buChar char=""/>
              <a:defRPr/>
            </a:pPr>
            <a:r>
              <a:rPr lang="en-US" sz="1800" b="0" u="none" strike="noStrike">
                <a:solidFill>
                  <a:srgbClr val="FFFFFF"/>
                </a:solidFill>
                <a:latin typeface="Arial"/>
              </a:rPr>
              <a:t>Third Outline Level</a:t>
            </a:r>
            <a:endParaRPr lang="en-US" sz="1800" b="0" u="none" strike="noStrike">
              <a:solidFill>
                <a:srgbClr val="FFFFFF"/>
              </a:solidFill>
              <a:latin typeface="Arial"/>
            </a:endParaRPr>
          </a:p>
          <a:p>
            <a:pPr marL="1728000" lvl="3" indent="-216000">
              <a:spcBef>
                <a:spcPts val="567"/>
              </a:spcBef>
              <a:buClr>
                <a:srgbClr val="FFFFFF"/>
              </a:buClr>
              <a:buSzPct val="75000"/>
              <a:buFont typeface="Symbol"/>
              <a:buChar char=""/>
              <a:defRPr/>
            </a:pPr>
            <a:r>
              <a:rPr lang="en-US" sz="1800" b="0" u="none" strike="noStrike">
                <a:solidFill>
                  <a:srgbClr val="FFFFFF"/>
                </a:solidFill>
                <a:latin typeface="Arial"/>
              </a:rPr>
              <a:t>Fourth Outline Level</a:t>
            </a:r>
            <a:endParaRPr lang="en-US" sz="1800" b="0" u="none" strike="noStrike">
              <a:solidFill>
                <a:srgbClr val="FFFFFF"/>
              </a:solidFill>
              <a:latin typeface="Arial"/>
            </a:endParaRPr>
          </a:p>
          <a:p>
            <a:pPr marL="2160000" lvl="4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/>
              <a:buChar char=""/>
              <a:defRPr/>
            </a:pPr>
            <a:r>
              <a:rPr lang="en-US" sz="1800" b="0" u="none" strike="noStrike">
                <a:solidFill>
                  <a:srgbClr val="FFFFFF"/>
                </a:solidFill>
                <a:latin typeface="Arial"/>
              </a:rPr>
              <a:t>Fifth Outline Level</a:t>
            </a:r>
            <a:endParaRPr lang="en-US" sz="1800" b="0" u="none" strike="noStrike">
              <a:solidFill>
                <a:srgbClr val="FFFFFF"/>
              </a:solidFill>
              <a:latin typeface="Arial"/>
            </a:endParaRPr>
          </a:p>
          <a:p>
            <a:pPr marL="2592000" lvl="5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/>
              <a:buChar char=""/>
              <a:defRPr/>
            </a:pPr>
            <a:r>
              <a:rPr lang="en-US" sz="1800" b="0" u="none" strike="noStrike">
                <a:solidFill>
                  <a:srgbClr val="FFFFFF"/>
                </a:solidFill>
                <a:latin typeface="Arial"/>
              </a:rPr>
              <a:t>Sixth Outline Level</a:t>
            </a:r>
            <a:endParaRPr lang="en-US" sz="1800" b="0" u="none" strike="noStrike">
              <a:solidFill>
                <a:srgbClr val="FFFFFF"/>
              </a:solidFill>
              <a:latin typeface="Arial"/>
            </a:endParaRPr>
          </a:p>
          <a:p>
            <a:pPr marL="3024000" lvl="6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/>
              <a:buChar char=""/>
              <a:defRPr/>
            </a:pPr>
            <a:r>
              <a:rPr lang="en-US" sz="1800" b="0" u="none" strike="noStrike">
                <a:solidFill>
                  <a:srgbClr val="FFFFFF"/>
                </a:solidFill>
                <a:latin typeface="Arial"/>
              </a:rPr>
              <a:t>Seventh Outline Level</a:t>
            </a:r>
            <a:endParaRPr lang="en-US" sz="1800" b="0" u="none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051175709" name="PlaceHolder 4"/>
          <p:cNvSpPr>
            <a:spLocks noGrp="1"/>
          </p:cNvSpPr>
          <p:nvPr>
            <p:ph type="ftr" idx="64"/>
          </p:nvPr>
        </p:nvSpPr>
        <p:spPr bwMode="auto">
          <a:xfrm>
            <a:off x="3453480" y="6356520"/>
            <a:ext cx="5280120" cy="363240"/>
          </a:xfrm>
          <a:prstGeom prst="rect">
            <a:avLst/>
          </a:prstGeom>
          <a:noFill/>
          <a:ln w="0">
            <a:noFill/>
          </a:ln>
        </p:spPr>
        <p:txBody>
          <a:bodyPr lIns="122040" tIns="60840" rIns="122040" bIns="6084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en-US" sz="1400" b="0" u="none" strike="noStrike">
                <a:solidFill>
                  <a:srgbClr val="FFFFFF"/>
                </a:solidFill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  <a:defRPr/>
            </a:pPr>
            <a:r>
              <a:rPr lang="en-US" sz="1400" b="0" u="none" strike="noStrike">
                <a:solidFill>
                  <a:srgbClr val="FFFFFF"/>
                </a:solidFill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151215485" name="PlaceHolder 5"/>
          <p:cNvSpPr>
            <a:spLocks noGrp="1"/>
          </p:cNvSpPr>
          <p:nvPr>
            <p:ph type="sldNum" idx="65"/>
          </p:nvPr>
        </p:nvSpPr>
        <p:spPr bwMode="auto">
          <a:xfrm>
            <a:off x="10563480" y="6356520"/>
            <a:ext cx="1013760" cy="363240"/>
          </a:xfrm>
          <a:prstGeom prst="rect">
            <a:avLst/>
          </a:prstGeom>
          <a:noFill/>
          <a:ln w="0">
            <a:noFill/>
          </a:ln>
        </p:spPr>
        <p:txBody>
          <a:bodyPr lIns="122040" tIns="60840" rIns="122040" bIns="60840" anchor="ctr">
            <a:noAutofit/>
          </a:bodyPr>
          <a:lstStyle>
            <a:lvl1pPr indent="0" defTabSz="1218960">
              <a:lnSpc>
                <a:spcPct val="100000"/>
              </a:lnSpc>
              <a:buNone/>
              <a:tabLst>
                <a:tab pos="0" algn="l"/>
              </a:tabLst>
              <a:defRPr lang="ru-RU" sz="1200" b="0" u="none" strike="noStrike">
                <a:solidFill>
                  <a:schemeClr val="lt1">
                    <a:tint val="75000"/>
                  </a:schemeClr>
                </a:solidFill>
                <a:latin typeface="Calibri"/>
              </a:defRPr>
            </a:lvl1pPr>
          </a:lstStyle>
          <a:p>
            <a:pPr indent="0" defTabSz="1218960">
              <a:lnSpc>
                <a:spcPct val="100000"/>
              </a:lnSpc>
              <a:buNone/>
              <a:tabLst>
                <a:tab pos="0" algn="l"/>
              </a:tabLst>
              <a:defRPr/>
            </a:pPr>
            <a:fld id="{A8B47C41-F781-4180-83C1-04EF07F0C198}" type="slidenum">
              <a:rPr lang="ru-RU" sz="1200" b="0" u="none" strike="noStrike">
                <a:solidFill>
                  <a:schemeClr val="lt1">
                    <a:tint val="75000"/>
                  </a:schemeClr>
                </a:solidFill>
                <a:latin typeface="Calibri"/>
              </a:rPr>
              <a:t>&lt;number&gt;</a:t>
            </a:fld>
            <a:endParaRPr lang="en-US" sz="1200" b="0" u="none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633764107" name="PlaceHolder 6"/>
          <p:cNvSpPr>
            <a:spLocks noGrp="1"/>
          </p:cNvSpPr>
          <p:nvPr>
            <p:ph type="dt" idx="66"/>
          </p:nvPr>
        </p:nvSpPr>
        <p:spPr bwMode="auto">
          <a:xfrm>
            <a:off x="1218960" y="6356520"/>
            <a:ext cx="2232720" cy="363240"/>
          </a:xfrm>
          <a:prstGeom prst="rect">
            <a:avLst/>
          </a:prstGeom>
          <a:noFill/>
          <a:ln w="0">
            <a:noFill/>
          </a:ln>
        </p:spPr>
        <p:txBody>
          <a:bodyPr lIns="122040" tIns="60840" rIns="122040" bIns="60840" anchor="ctr">
            <a:noAutofit/>
          </a:bodyPr>
          <a:lstStyle>
            <a:lvl1pPr indent="0">
              <a:buNone/>
              <a:defRPr lang="en-US" sz="1400" b="0" u="none" strike="noStrike">
                <a:solidFill>
                  <a:srgbClr val="FFFFFF"/>
                </a:solidFill>
                <a:latin typeface="Times New Roman"/>
              </a:defRPr>
            </a:lvl1pPr>
          </a:lstStyle>
          <a:p>
            <a:pPr indent="0">
              <a:buNone/>
              <a:defRPr/>
            </a:pPr>
            <a:r>
              <a:rPr lang="en-US" sz="1400" b="0" u="none" strike="noStrike">
                <a:solidFill>
                  <a:srgbClr val="FFFFFF"/>
                </a:solidFill>
                <a:latin typeface="Times New Roman"/>
              </a:rPr>
              <a:t>&lt;date/time&gt;</a:t>
            </a:r>
            <a:endParaRPr lang="en-US" sz="1400" b="0" u="none" strike="noStrike">
              <a:solidFill>
                <a:srgbClr val="FFFFFF"/>
              </a:solidFill>
              <a:latin typeface="Times New Roman"/>
            </a:endParaRPr>
          </a:p>
        </p:txBody>
      </p:sp>
    </p:spTree>
  </p:cSld>
  <p:clrMap bg1="dk1" tx1="lt1" bg2="dk2" tx2="lt2" accent1="accent1" accent2="accent2" accent3="accent3" accent4="accent4" accent5="accent5" accent6="accent6" hlink="hlink" folHlink="folHlink"/>
  <p:sldLayoutIdLst>
    <p:sldLayoutId id="2147483689" r:id="rId1"/>
  </p:sldLayoutIdLst>
</p:sldMaster>
</file>

<file path=ppt/slideMasters/slideMaster22.xml><?xml version="1.0" encoding="utf-8"?>
<p:sld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preserve="0">
  <p:cSld name="">
    <p:bg>
      <p:bgPr shadeToTitle="0">
        <a:gradFill rotWithShape="0">
          <a:gsLst>
            <a:gs pos="0">
              <a:srgbClr val="000000"/>
            </a:gs>
            <a:gs pos="85000">
              <a:srgbClr val="0E1830"/>
            </a:gs>
            <a:gs pos="100000">
              <a:srgbClr val="142141"/>
            </a:gs>
          </a:gsLst>
          <a:lin ang="3600000" scaled="1"/>
        </a:gra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grpSp>
        <p:nvGrpSpPr>
          <p:cNvPr id="287759058" name="линии слева"/>
          <p:cNvGrpSpPr/>
          <p:nvPr/>
        </p:nvGrpSpPr>
        <p:grpSpPr bwMode="auto">
          <a:xfrm>
            <a:off x="-15840" y="-3240"/>
            <a:ext cx="818280" cy="5227560"/>
            <a:chOff x="-15840" y="-3240"/>
            <a:chExt cx="818280" cy="5227560"/>
          </a:xfrm>
        </p:grpSpPr>
        <p:sp>
          <p:nvSpPr>
            <p:cNvPr id="216" name="Полилиния 9"/>
            <p:cNvSpPr/>
            <p:nvPr/>
          </p:nvSpPr>
          <p:spPr bwMode="auto">
            <a:xfrm>
              <a:off x="-12600" y="0"/>
              <a:ext cx="815040" cy="5224320"/>
            </a:xfrm>
            <a:custGeom>
              <a:avLst/>
              <a:gdLst>
                <a:gd name="textAreaLeft" fmla="*/ 0 w 815040"/>
                <a:gd name="textAreaRight" fmla="*/ 816840 w 815040"/>
                <a:gd name="textAreaTop" fmla="*/ 0 h 5224320"/>
                <a:gd name="textAreaBottom" fmla="*/ 5226120 h 5224320"/>
              </a:gdLst>
              <a:ahLst/>
              <a:cxnLst/>
              <a:rect l="textAreaLeft" t="textAreaTop" r="textAreaRight" b="textAreaBottom"/>
              <a:pathLst>
                <a:path w="612775" h="3919538" fill="norm" stroke="1" extrusionOk="0">
                  <a:moveTo>
                    <a:pt x="0" y="3919538"/>
                  </a:moveTo>
                  <a:lnTo>
                    <a:pt x="612775" y="2984500"/>
                  </a:lnTo>
                  <a:lnTo>
                    <a:pt x="612775" y="0"/>
                  </a:lnTo>
                </a:path>
              </a:pathLst>
            </a:custGeom>
            <a:noFill/>
            <a:ln w="38100">
              <a:solidFill>
                <a:srgbClr val="007373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tIns="45000" rIns="90000" bIns="45000" anchor="ctr">
              <a:noAutofit/>
            </a:bodyPr>
            <a:p>
              <a:pPr algn="ctr" defTabSz="1218960">
                <a:lnSpc>
                  <a:spcPct val="100000"/>
                </a:lnSpc>
                <a:defRPr/>
              </a:pPr>
              <a:endParaRPr lang="ru-RU" sz="2400" b="0" u="none" strike="noStrike">
                <a:solidFill>
                  <a:schemeClr val="lt1"/>
                </a:solidFill>
                <a:latin typeface="Calibri"/>
              </a:endParaRPr>
            </a:p>
          </p:txBody>
        </p:sp>
        <p:sp>
          <p:nvSpPr>
            <p:cNvPr id="217" name="Полилиния 10"/>
            <p:cNvSpPr/>
            <p:nvPr/>
          </p:nvSpPr>
          <p:spPr bwMode="auto">
            <a:xfrm>
              <a:off x="-15840" y="0"/>
              <a:ext cx="545760" cy="4560840"/>
            </a:xfrm>
            <a:custGeom>
              <a:avLst/>
              <a:gdLst>
                <a:gd name="textAreaLeft" fmla="*/ 0 w 545760"/>
                <a:gd name="textAreaRight" fmla="*/ 547560 w 545760"/>
                <a:gd name="textAreaTop" fmla="*/ 0 h 4560840"/>
                <a:gd name="textAreaBottom" fmla="*/ 4562640 h 4560840"/>
              </a:gdLst>
              <a:ahLst/>
              <a:cxnLst/>
              <a:rect l="textAreaLeft" t="textAreaTop" r="textAreaRight" b="textAreaBottom"/>
              <a:pathLst>
                <a:path w="410751" h="3421856" fill="norm" stroke="1" extrusionOk="0">
                  <a:moveTo>
                    <a:pt x="0" y="3421856"/>
                  </a:moveTo>
                  <a:lnTo>
                    <a:pt x="410751" y="2798680"/>
                  </a:lnTo>
                  <a:lnTo>
                    <a:pt x="409575" y="0"/>
                  </a:lnTo>
                </a:path>
              </a:pathLst>
            </a:custGeom>
            <a:noFill/>
            <a:ln w="28575">
              <a:solidFill>
                <a:srgbClr val="007373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tIns="45000" rIns="90000" bIns="45000" anchor="ctr">
              <a:noAutofit/>
            </a:bodyPr>
            <a:p>
              <a:pPr algn="ctr" defTabSz="1218960">
                <a:lnSpc>
                  <a:spcPct val="100000"/>
                </a:lnSpc>
                <a:defRPr/>
              </a:pPr>
              <a:endParaRPr lang="ru-RU" sz="2400" b="0" u="none" strike="noStrike">
                <a:solidFill>
                  <a:schemeClr val="lt1"/>
                </a:solidFill>
                <a:latin typeface="Calibri"/>
              </a:endParaRPr>
            </a:p>
          </p:txBody>
        </p:sp>
        <p:sp>
          <p:nvSpPr>
            <p:cNvPr id="218" name="Полилиния 13"/>
            <p:cNvSpPr/>
            <p:nvPr/>
          </p:nvSpPr>
          <p:spPr bwMode="auto">
            <a:xfrm>
              <a:off x="-9360" y="-3240"/>
              <a:ext cx="316800" cy="3966840"/>
            </a:xfrm>
            <a:custGeom>
              <a:avLst/>
              <a:gdLst>
                <a:gd name="textAreaLeft" fmla="*/ 0 w 316800"/>
                <a:gd name="textAreaRight" fmla="*/ 318600 w 316800"/>
                <a:gd name="textAreaTop" fmla="*/ 0 h 3966840"/>
                <a:gd name="textAreaBottom" fmla="*/ 3968640 h 3966840"/>
              </a:gdLst>
              <a:ahLst/>
              <a:cxnLst/>
              <a:rect l="textAreaLeft" t="textAreaTop" r="textAreaRight" b="textAreaBottom"/>
              <a:pathLst>
                <a:path w="238919" h="2976561" fill="norm" stroke="1" extrusionOk="0">
                  <a:moveTo>
                    <a:pt x="0" y="2976561"/>
                  </a:moveTo>
                  <a:lnTo>
                    <a:pt x="238919" y="2616170"/>
                  </a:lnTo>
                  <a:cubicBezTo>
                    <a:pt x="238654" y="1744113"/>
                    <a:pt x="238390" y="872057"/>
                    <a:pt x="238125" y="0"/>
                  </a:cubicBezTo>
                </a:path>
              </a:pathLst>
            </a:custGeom>
            <a:noFill/>
            <a:ln>
              <a:solidFill>
                <a:srgbClr val="004D4D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tIns="45000" rIns="90000" bIns="45000" anchor="ctr">
              <a:noAutofit/>
            </a:bodyPr>
            <a:p>
              <a:pPr algn="ctr" defTabSz="1218960">
                <a:lnSpc>
                  <a:spcPct val="100000"/>
                </a:lnSpc>
                <a:defRPr/>
              </a:pPr>
              <a:endParaRPr lang="ru-RU" sz="2400" b="0" u="none" strike="noStrike">
                <a:solidFill>
                  <a:schemeClr val="lt1"/>
                </a:solidFill>
                <a:latin typeface="Calibri"/>
              </a:endParaRPr>
            </a:p>
          </p:txBody>
        </p:sp>
      </p:grpSp>
      <p:sp>
        <p:nvSpPr>
          <p:cNvPr id="406326686" name="PlaceHolder 1"/>
          <p:cNvSpPr>
            <a:spLocks noGrp="1"/>
          </p:cNvSpPr>
          <p:nvPr>
            <p:ph type="title"/>
          </p:nvPr>
        </p:nvSpPr>
        <p:spPr bwMode="auto">
          <a:xfrm>
            <a:off x="609120" y="273600"/>
            <a:ext cx="10969200" cy="11444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p>
            <a:pPr indent="0">
              <a:buNone/>
              <a:defRPr/>
            </a:pPr>
            <a:r>
              <a:rPr lang="en-US" sz="1800" b="0" u="none" strike="noStrike">
                <a:solidFill>
                  <a:srgbClr val="FFFFFF"/>
                </a:solidFill>
                <a:latin typeface="Arial"/>
              </a:rPr>
              <a:t>Click to edit the title text format</a:t>
            </a:r>
            <a:endParaRPr lang="en-US" sz="1800" b="0" u="none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329027679" name="PlaceHolder 2"/>
          <p:cNvSpPr>
            <a:spLocks noGrp="1"/>
          </p:cNvSpPr>
          <p:nvPr>
            <p:ph type="ftr" idx="67"/>
          </p:nvPr>
        </p:nvSpPr>
        <p:spPr bwMode="auto">
          <a:xfrm>
            <a:off x="3453480" y="6356520"/>
            <a:ext cx="5280120" cy="363240"/>
          </a:xfrm>
          <a:prstGeom prst="rect">
            <a:avLst/>
          </a:prstGeom>
          <a:noFill/>
          <a:ln w="0">
            <a:noFill/>
          </a:ln>
        </p:spPr>
        <p:txBody>
          <a:bodyPr lIns="122040" tIns="60840" rIns="122040" bIns="6084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en-US" sz="1400" b="0" u="none" strike="noStrike">
                <a:solidFill>
                  <a:srgbClr val="FFFFFF"/>
                </a:solidFill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  <a:defRPr/>
            </a:pPr>
            <a:r>
              <a:rPr lang="en-US" sz="1400" b="0" u="none" strike="noStrike">
                <a:solidFill>
                  <a:srgbClr val="FFFFFF"/>
                </a:solidFill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910910481" name="PlaceHolder 3"/>
          <p:cNvSpPr>
            <a:spLocks noGrp="1"/>
          </p:cNvSpPr>
          <p:nvPr>
            <p:ph type="sldNum" idx="68"/>
          </p:nvPr>
        </p:nvSpPr>
        <p:spPr bwMode="auto">
          <a:xfrm>
            <a:off x="10563480" y="6356520"/>
            <a:ext cx="1013760" cy="363240"/>
          </a:xfrm>
          <a:prstGeom prst="rect">
            <a:avLst/>
          </a:prstGeom>
          <a:noFill/>
          <a:ln w="0">
            <a:noFill/>
          </a:ln>
        </p:spPr>
        <p:txBody>
          <a:bodyPr lIns="122040" tIns="60840" rIns="122040" bIns="60840" anchor="ctr">
            <a:noAutofit/>
          </a:bodyPr>
          <a:lstStyle>
            <a:lvl1pPr indent="0" defTabSz="1218960">
              <a:lnSpc>
                <a:spcPct val="100000"/>
              </a:lnSpc>
              <a:buNone/>
              <a:tabLst>
                <a:tab pos="0" algn="l"/>
              </a:tabLst>
              <a:defRPr lang="ru-RU" sz="1200" b="0" u="none" strike="noStrike">
                <a:solidFill>
                  <a:schemeClr val="lt1">
                    <a:tint val="75000"/>
                  </a:schemeClr>
                </a:solidFill>
                <a:latin typeface="Calibri"/>
              </a:defRPr>
            </a:lvl1pPr>
          </a:lstStyle>
          <a:p>
            <a:pPr indent="0" defTabSz="1218960">
              <a:lnSpc>
                <a:spcPct val="100000"/>
              </a:lnSpc>
              <a:buNone/>
              <a:tabLst>
                <a:tab pos="0" algn="l"/>
              </a:tabLst>
              <a:defRPr/>
            </a:pPr>
            <a:fld id="{0808B7D7-B18C-461F-8BEB-98D858E3E747}" type="slidenum">
              <a:rPr lang="ru-RU" sz="1200" b="0" u="none" strike="noStrike">
                <a:solidFill>
                  <a:schemeClr val="lt1">
                    <a:tint val="75000"/>
                  </a:schemeClr>
                </a:solidFill>
                <a:latin typeface="Calibri"/>
              </a:rPr>
              <a:t>&lt;number&gt;</a:t>
            </a:fld>
            <a:endParaRPr lang="en-US" sz="1200" b="0" u="none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522714234" name="PlaceHolder 4"/>
          <p:cNvSpPr>
            <a:spLocks noGrp="1"/>
          </p:cNvSpPr>
          <p:nvPr>
            <p:ph type="dt" idx="69"/>
          </p:nvPr>
        </p:nvSpPr>
        <p:spPr bwMode="auto">
          <a:xfrm>
            <a:off x="1218960" y="6356520"/>
            <a:ext cx="2232720" cy="363240"/>
          </a:xfrm>
          <a:prstGeom prst="rect">
            <a:avLst/>
          </a:prstGeom>
          <a:noFill/>
          <a:ln w="0">
            <a:noFill/>
          </a:ln>
        </p:spPr>
        <p:txBody>
          <a:bodyPr lIns="122040" tIns="60840" rIns="122040" bIns="60840" anchor="ctr">
            <a:noAutofit/>
          </a:bodyPr>
          <a:lstStyle>
            <a:lvl1pPr indent="0">
              <a:buNone/>
              <a:defRPr lang="en-US" sz="1400" b="0" u="none" strike="noStrike">
                <a:solidFill>
                  <a:srgbClr val="FFFFFF"/>
                </a:solidFill>
                <a:latin typeface="Times New Roman"/>
              </a:defRPr>
            </a:lvl1pPr>
          </a:lstStyle>
          <a:p>
            <a:pPr indent="0">
              <a:buNone/>
              <a:defRPr/>
            </a:pPr>
            <a:r>
              <a:rPr lang="en-US" sz="1400" b="0" u="none" strike="noStrike">
                <a:solidFill>
                  <a:srgbClr val="FFFFFF"/>
                </a:solidFill>
                <a:latin typeface="Times New Roman"/>
              </a:rPr>
              <a:t>&lt;date/time&gt;</a:t>
            </a:r>
            <a:endParaRPr lang="en-US" sz="1400" b="0" u="none" strike="noStrike">
              <a:solidFill>
                <a:srgbClr val="FFFFFF"/>
              </a:solidFill>
              <a:latin typeface="Times New Roman"/>
            </a:endParaRPr>
          </a:p>
        </p:txBody>
      </p:sp>
    </p:spTree>
  </p:cSld>
  <p:clrMap bg1="dk1" tx1="lt1" bg2="dk2" tx2="lt2" accent1="accent1" accent2="accent2" accent3="accent3" accent4="accent4" accent5="accent5" accent6="accent6" hlink="hlink" folHlink="folHlink"/>
  <p:sldLayoutIdLst>
    <p:sldLayoutId id="2147483691" r:id="rId1"/>
  </p:sldLayoutIdLst>
</p:sldMaster>
</file>

<file path=ppt/slideMasters/slideMaster23.xml><?xml version="1.0" encoding="utf-8"?>
<p:sld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preserve="0">
  <p:cSld name="">
    <p:bg>
      <p:bgPr shadeToTitle="0">
        <a:gradFill rotWithShape="0">
          <a:gsLst>
            <a:gs pos="0">
              <a:srgbClr val="000000"/>
            </a:gs>
            <a:gs pos="85000">
              <a:srgbClr val="0E1830"/>
            </a:gs>
            <a:gs pos="100000">
              <a:srgbClr val="142141"/>
            </a:gs>
          </a:gsLst>
          <a:lin ang="3600000" scaled="1"/>
        </a:gra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grpSp>
        <p:nvGrpSpPr>
          <p:cNvPr id="1936420321" name="линии слева"/>
          <p:cNvGrpSpPr/>
          <p:nvPr/>
        </p:nvGrpSpPr>
        <p:grpSpPr bwMode="auto">
          <a:xfrm>
            <a:off x="-15840" y="-3240"/>
            <a:ext cx="818280" cy="5227560"/>
            <a:chOff x="-15840" y="-3240"/>
            <a:chExt cx="818280" cy="5227560"/>
          </a:xfrm>
        </p:grpSpPr>
        <p:sp>
          <p:nvSpPr>
            <p:cNvPr id="225" name="Полилиния 9"/>
            <p:cNvSpPr/>
            <p:nvPr/>
          </p:nvSpPr>
          <p:spPr bwMode="auto">
            <a:xfrm>
              <a:off x="-12600" y="0"/>
              <a:ext cx="815040" cy="5224320"/>
            </a:xfrm>
            <a:custGeom>
              <a:avLst/>
              <a:gdLst>
                <a:gd name="textAreaLeft" fmla="*/ 0 w 815040"/>
                <a:gd name="textAreaRight" fmla="*/ 816840 w 815040"/>
                <a:gd name="textAreaTop" fmla="*/ 0 h 5224320"/>
                <a:gd name="textAreaBottom" fmla="*/ 5226120 h 5224320"/>
              </a:gdLst>
              <a:ahLst/>
              <a:cxnLst/>
              <a:rect l="textAreaLeft" t="textAreaTop" r="textAreaRight" b="textAreaBottom"/>
              <a:pathLst>
                <a:path w="612775" h="3919538" fill="norm" stroke="1" extrusionOk="0">
                  <a:moveTo>
                    <a:pt x="0" y="3919538"/>
                  </a:moveTo>
                  <a:lnTo>
                    <a:pt x="612775" y="2984500"/>
                  </a:lnTo>
                  <a:lnTo>
                    <a:pt x="612775" y="0"/>
                  </a:lnTo>
                </a:path>
              </a:pathLst>
            </a:custGeom>
            <a:noFill/>
            <a:ln w="38100">
              <a:solidFill>
                <a:srgbClr val="007373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tIns="45000" rIns="90000" bIns="45000" anchor="ctr">
              <a:noAutofit/>
            </a:bodyPr>
            <a:p>
              <a:pPr algn="ctr" defTabSz="1218960">
                <a:lnSpc>
                  <a:spcPct val="100000"/>
                </a:lnSpc>
                <a:defRPr/>
              </a:pPr>
              <a:endParaRPr lang="ru-RU" sz="2400" b="0" u="none" strike="noStrike">
                <a:solidFill>
                  <a:schemeClr val="lt1"/>
                </a:solidFill>
                <a:latin typeface="Calibri"/>
              </a:endParaRPr>
            </a:p>
          </p:txBody>
        </p:sp>
        <p:sp>
          <p:nvSpPr>
            <p:cNvPr id="226" name="Полилиния 10"/>
            <p:cNvSpPr/>
            <p:nvPr/>
          </p:nvSpPr>
          <p:spPr bwMode="auto">
            <a:xfrm>
              <a:off x="-15840" y="0"/>
              <a:ext cx="545760" cy="4560840"/>
            </a:xfrm>
            <a:custGeom>
              <a:avLst/>
              <a:gdLst>
                <a:gd name="textAreaLeft" fmla="*/ 0 w 545760"/>
                <a:gd name="textAreaRight" fmla="*/ 547560 w 545760"/>
                <a:gd name="textAreaTop" fmla="*/ 0 h 4560840"/>
                <a:gd name="textAreaBottom" fmla="*/ 4562640 h 4560840"/>
              </a:gdLst>
              <a:ahLst/>
              <a:cxnLst/>
              <a:rect l="textAreaLeft" t="textAreaTop" r="textAreaRight" b="textAreaBottom"/>
              <a:pathLst>
                <a:path w="410751" h="3421856" fill="norm" stroke="1" extrusionOk="0">
                  <a:moveTo>
                    <a:pt x="0" y="3421856"/>
                  </a:moveTo>
                  <a:lnTo>
                    <a:pt x="410751" y="2798680"/>
                  </a:lnTo>
                  <a:lnTo>
                    <a:pt x="409575" y="0"/>
                  </a:lnTo>
                </a:path>
              </a:pathLst>
            </a:custGeom>
            <a:noFill/>
            <a:ln w="28575">
              <a:solidFill>
                <a:srgbClr val="007373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tIns="45000" rIns="90000" bIns="45000" anchor="ctr">
              <a:noAutofit/>
            </a:bodyPr>
            <a:p>
              <a:pPr algn="ctr" defTabSz="1218960">
                <a:lnSpc>
                  <a:spcPct val="100000"/>
                </a:lnSpc>
                <a:defRPr/>
              </a:pPr>
              <a:endParaRPr lang="ru-RU" sz="2400" b="0" u="none" strike="noStrike">
                <a:solidFill>
                  <a:schemeClr val="lt1"/>
                </a:solidFill>
                <a:latin typeface="Calibri"/>
              </a:endParaRPr>
            </a:p>
          </p:txBody>
        </p:sp>
        <p:sp>
          <p:nvSpPr>
            <p:cNvPr id="227" name="Полилиния 13"/>
            <p:cNvSpPr/>
            <p:nvPr/>
          </p:nvSpPr>
          <p:spPr bwMode="auto">
            <a:xfrm>
              <a:off x="-9360" y="-3240"/>
              <a:ext cx="316800" cy="3966840"/>
            </a:xfrm>
            <a:custGeom>
              <a:avLst/>
              <a:gdLst>
                <a:gd name="textAreaLeft" fmla="*/ 0 w 316800"/>
                <a:gd name="textAreaRight" fmla="*/ 318600 w 316800"/>
                <a:gd name="textAreaTop" fmla="*/ 0 h 3966840"/>
                <a:gd name="textAreaBottom" fmla="*/ 3968640 h 3966840"/>
              </a:gdLst>
              <a:ahLst/>
              <a:cxnLst/>
              <a:rect l="textAreaLeft" t="textAreaTop" r="textAreaRight" b="textAreaBottom"/>
              <a:pathLst>
                <a:path w="238919" h="2976561" fill="norm" stroke="1" extrusionOk="0">
                  <a:moveTo>
                    <a:pt x="0" y="2976561"/>
                  </a:moveTo>
                  <a:lnTo>
                    <a:pt x="238919" y="2616170"/>
                  </a:lnTo>
                  <a:cubicBezTo>
                    <a:pt x="238654" y="1744113"/>
                    <a:pt x="238390" y="872057"/>
                    <a:pt x="238125" y="0"/>
                  </a:cubicBezTo>
                </a:path>
              </a:pathLst>
            </a:custGeom>
            <a:noFill/>
            <a:ln>
              <a:solidFill>
                <a:srgbClr val="004D4D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tIns="45000" rIns="90000" bIns="45000" anchor="ctr">
              <a:noAutofit/>
            </a:bodyPr>
            <a:p>
              <a:pPr algn="ctr" defTabSz="1218960">
                <a:lnSpc>
                  <a:spcPct val="100000"/>
                </a:lnSpc>
                <a:defRPr/>
              </a:pPr>
              <a:endParaRPr lang="ru-RU" sz="2400" b="0" u="none" strike="noStrike">
                <a:solidFill>
                  <a:schemeClr val="lt1"/>
                </a:solidFill>
                <a:latin typeface="Calibri"/>
              </a:endParaRPr>
            </a:p>
          </p:txBody>
        </p:sp>
      </p:grpSp>
      <p:sp>
        <p:nvSpPr>
          <p:cNvPr id="617317787" name="PlaceHolder 1"/>
          <p:cNvSpPr>
            <a:spLocks noGrp="1"/>
          </p:cNvSpPr>
          <p:nvPr>
            <p:ph type="title"/>
          </p:nvPr>
        </p:nvSpPr>
        <p:spPr bwMode="auto">
          <a:xfrm>
            <a:off x="609120" y="273600"/>
            <a:ext cx="10969200" cy="11444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p>
            <a:pPr indent="0">
              <a:buNone/>
              <a:defRPr/>
            </a:pPr>
            <a:r>
              <a:rPr lang="en-US" sz="1800" b="0" u="none" strike="noStrike">
                <a:solidFill>
                  <a:srgbClr val="FFFFFF"/>
                </a:solidFill>
                <a:latin typeface="Arial"/>
              </a:rPr>
              <a:t>Click to edit the title text format</a:t>
            </a:r>
            <a:endParaRPr lang="en-US" sz="1800" b="0" u="none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820855792" name="PlaceHolder 2"/>
          <p:cNvSpPr>
            <a:spLocks noGrp="1"/>
          </p:cNvSpPr>
          <p:nvPr>
            <p:ph type="body"/>
          </p:nvPr>
        </p:nvSpPr>
        <p:spPr bwMode="auto">
          <a:xfrm>
            <a:off x="609120" y="1604520"/>
            <a:ext cx="5352480" cy="39769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FFFFFF"/>
              </a:buClr>
              <a:buSzPct val="45000"/>
              <a:buFont typeface="Wingdings"/>
              <a:buChar char=""/>
              <a:defRPr/>
            </a:pPr>
            <a:r>
              <a:rPr lang="en-US" sz="1800" b="0" u="none" strike="noStrike">
                <a:solidFill>
                  <a:srgbClr val="FFFFFF"/>
                </a:solidFill>
                <a:latin typeface="Arial"/>
              </a:rPr>
              <a:t>Click to edit the outline text format</a:t>
            </a:r>
            <a:endParaRPr lang="en-US" sz="1800" b="0" u="none" strike="noStrike">
              <a:solidFill>
                <a:srgbClr val="FFFFFF"/>
              </a:solidFill>
              <a:latin typeface="Arial"/>
            </a:endParaRPr>
          </a:p>
          <a:p>
            <a:pPr marL="864000" lvl="1" indent="-324000">
              <a:spcBef>
                <a:spcPts val="1134"/>
              </a:spcBef>
              <a:buClr>
                <a:srgbClr val="FFFFFF"/>
              </a:buClr>
              <a:buSzPct val="75000"/>
              <a:buFont typeface="Symbol"/>
              <a:buChar char=""/>
              <a:defRPr/>
            </a:pPr>
            <a:r>
              <a:rPr lang="en-US" sz="1800" b="0" u="none" strike="noStrike">
                <a:solidFill>
                  <a:srgbClr val="FFFFFF"/>
                </a:solidFill>
                <a:latin typeface="Arial"/>
              </a:rPr>
              <a:t>Second Outline Level</a:t>
            </a:r>
            <a:endParaRPr lang="en-US" sz="1800" b="0" u="none" strike="noStrike">
              <a:solidFill>
                <a:srgbClr val="FFFFFF"/>
              </a:solidFill>
              <a:latin typeface="Arial"/>
            </a:endParaRPr>
          </a:p>
          <a:p>
            <a:pPr marL="1296000" lvl="2" indent="-288000">
              <a:spcBef>
                <a:spcPts val="850"/>
              </a:spcBef>
              <a:buClr>
                <a:srgbClr val="FFFFFF"/>
              </a:buClr>
              <a:buSzPct val="45000"/>
              <a:buFont typeface="Wingdings"/>
              <a:buChar char=""/>
              <a:defRPr/>
            </a:pPr>
            <a:r>
              <a:rPr lang="en-US" sz="1800" b="0" u="none" strike="noStrike">
                <a:solidFill>
                  <a:srgbClr val="FFFFFF"/>
                </a:solidFill>
                <a:latin typeface="Arial"/>
              </a:rPr>
              <a:t>Third Outline Level</a:t>
            </a:r>
            <a:endParaRPr lang="en-US" sz="1800" b="0" u="none" strike="noStrike">
              <a:solidFill>
                <a:srgbClr val="FFFFFF"/>
              </a:solidFill>
              <a:latin typeface="Arial"/>
            </a:endParaRPr>
          </a:p>
          <a:p>
            <a:pPr marL="1728000" lvl="3" indent="-216000">
              <a:spcBef>
                <a:spcPts val="567"/>
              </a:spcBef>
              <a:buClr>
                <a:srgbClr val="FFFFFF"/>
              </a:buClr>
              <a:buSzPct val="75000"/>
              <a:buFont typeface="Symbol"/>
              <a:buChar char=""/>
              <a:defRPr/>
            </a:pPr>
            <a:r>
              <a:rPr lang="en-US" sz="1800" b="0" u="none" strike="noStrike">
                <a:solidFill>
                  <a:srgbClr val="FFFFFF"/>
                </a:solidFill>
                <a:latin typeface="Arial"/>
              </a:rPr>
              <a:t>Fourth Outline Level</a:t>
            </a:r>
            <a:endParaRPr lang="en-US" sz="1800" b="0" u="none" strike="noStrike">
              <a:solidFill>
                <a:srgbClr val="FFFFFF"/>
              </a:solidFill>
              <a:latin typeface="Arial"/>
            </a:endParaRPr>
          </a:p>
          <a:p>
            <a:pPr marL="2160000" lvl="4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/>
              <a:buChar char=""/>
              <a:defRPr/>
            </a:pPr>
            <a:r>
              <a:rPr lang="en-US" sz="1800" b="0" u="none" strike="noStrike">
                <a:solidFill>
                  <a:srgbClr val="FFFFFF"/>
                </a:solidFill>
                <a:latin typeface="Arial"/>
              </a:rPr>
              <a:t>Fifth Outline Level</a:t>
            </a:r>
            <a:endParaRPr lang="en-US" sz="1800" b="0" u="none" strike="noStrike">
              <a:solidFill>
                <a:srgbClr val="FFFFFF"/>
              </a:solidFill>
              <a:latin typeface="Arial"/>
            </a:endParaRPr>
          </a:p>
          <a:p>
            <a:pPr marL="2592000" lvl="5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/>
              <a:buChar char=""/>
              <a:defRPr/>
            </a:pPr>
            <a:r>
              <a:rPr lang="en-US" sz="1800" b="0" u="none" strike="noStrike">
                <a:solidFill>
                  <a:srgbClr val="FFFFFF"/>
                </a:solidFill>
                <a:latin typeface="Arial"/>
              </a:rPr>
              <a:t>Sixth Outline Level</a:t>
            </a:r>
            <a:endParaRPr lang="en-US" sz="1800" b="0" u="none" strike="noStrike">
              <a:solidFill>
                <a:srgbClr val="FFFFFF"/>
              </a:solidFill>
              <a:latin typeface="Arial"/>
            </a:endParaRPr>
          </a:p>
          <a:p>
            <a:pPr marL="3024000" lvl="6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/>
              <a:buChar char=""/>
              <a:defRPr/>
            </a:pPr>
            <a:r>
              <a:rPr lang="en-US" sz="1800" b="0" u="none" strike="noStrike">
                <a:solidFill>
                  <a:srgbClr val="FFFFFF"/>
                </a:solidFill>
                <a:latin typeface="Arial"/>
              </a:rPr>
              <a:t>Seventh Outline Level</a:t>
            </a:r>
            <a:endParaRPr lang="en-US" sz="1800" b="0" u="none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825835854" name="PlaceHolder 3"/>
          <p:cNvSpPr>
            <a:spLocks noGrp="1"/>
          </p:cNvSpPr>
          <p:nvPr>
            <p:ph type="body"/>
          </p:nvPr>
        </p:nvSpPr>
        <p:spPr bwMode="auto">
          <a:xfrm>
            <a:off x="6230160" y="1604520"/>
            <a:ext cx="5352480" cy="39769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FFFFFF"/>
              </a:buClr>
              <a:buSzPct val="45000"/>
              <a:buFont typeface="Wingdings"/>
              <a:buChar char=""/>
              <a:defRPr/>
            </a:pPr>
            <a:r>
              <a:rPr lang="en-US" sz="1800" b="0" u="none" strike="noStrike">
                <a:solidFill>
                  <a:srgbClr val="FFFFFF"/>
                </a:solidFill>
                <a:latin typeface="Arial"/>
              </a:rPr>
              <a:t>Click to edit the outline text format</a:t>
            </a:r>
            <a:endParaRPr lang="en-US" sz="1800" b="0" u="none" strike="noStrike">
              <a:solidFill>
                <a:srgbClr val="FFFFFF"/>
              </a:solidFill>
              <a:latin typeface="Arial"/>
            </a:endParaRPr>
          </a:p>
          <a:p>
            <a:pPr marL="864000" lvl="1" indent="-324000">
              <a:spcBef>
                <a:spcPts val="1134"/>
              </a:spcBef>
              <a:buClr>
                <a:srgbClr val="FFFFFF"/>
              </a:buClr>
              <a:buSzPct val="75000"/>
              <a:buFont typeface="Symbol"/>
              <a:buChar char=""/>
              <a:defRPr/>
            </a:pPr>
            <a:r>
              <a:rPr lang="en-US" sz="1800" b="0" u="none" strike="noStrike">
                <a:solidFill>
                  <a:srgbClr val="FFFFFF"/>
                </a:solidFill>
                <a:latin typeface="Arial"/>
              </a:rPr>
              <a:t>Second Outline Level</a:t>
            </a:r>
            <a:endParaRPr lang="en-US" sz="1800" b="0" u="none" strike="noStrike">
              <a:solidFill>
                <a:srgbClr val="FFFFFF"/>
              </a:solidFill>
              <a:latin typeface="Arial"/>
            </a:endParaRPr>
          </a:p>
          <a:p>
            <a:pPr marL="1296000" lvl="2" indent="-288000">
              <a:spcBef>
                <a:spcPts val="850"/>
              </a:spcBef>
              <a:buClr>
                <a:srgbClr val="FFFFFF"/>
              </a:buClr>
              <a:buSzPct val="45000"/>
              <a:buFont typeface="Wingdings"/>
              <a:buChar char=""/>
              <a:defRPr/>
            </a:pPr>
            <a:r>
              <a:rPr lang="en-US" sz="1800" b="0" u="none" strike="noStrike">
                <a:solidFill>
                  <a:srgbClr val="FFFFFF"/>
                </a:solidFill>
                <a:latin typeface="Arial"/>
              </a:rPr>
              <a:t>Third Outline Level</a:t>
            </a:r>
            <a:endParaRPr lang="en-US" sz="1800" b="0" u="none" strike="noStrike">
              <a:solidFill>
                <a:srgbClr val="FFFFFF"/>
              </a:solidFill>
              <a:latin typeface="Arial"/>
            </a:endParaRPr>
          </a:p>
          <a:p>
            <a:pPr marL="1728000" lvl="3" indent="-216000">
              <a:spcBef>
                <a:spcPts val="567"/>
              </a:spcBef>
              <a:buClr>
                <a:srgbClr val="FFFFFF"/>
              </a:buClr>
              <a:buSzPct val="75000"/>
              <a:buFont typeface="Symbol"/>
              <a:buChar char=""/>
              <a:defRPr/>
            </a:pPr>
            <a:r>
              <a:rPr lang="en-US" sz="1800" b="0" u="none" strike="noStrike">
                <a:solidFill>
                  <a:srgbClr val="FFFFFF"/>
                </a:solidFill>
                <a:latin typeface="Arial"/>
              </a:rPr>
              <a:t>Fourth Outline Level</a:t>
            </a:r>
            <a:endParaRPr lang="en-US" sz="1800" b="0" u="none" strike="noStrike">
              <a:solidFill>
                <a:srgbClr val="FFFFFF"/>
              </a:solidFill>
              <a:latin typeface="Arial"/>
            </a:endParaRPr>
          </a:p>
          <a:p>
            <a:pPr marL="2160000" lvl="4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/>
              <a:buChar char=""/>
              <a:defRPr/>
            </a:pPr>
            <a:r>
              <a:rPr lang="en-US" sz="1800" b="0" u="none" strike="noStrike">
                <a:solidFill>
                  <a:srgbClr val="FFFFFF"/>
                </a:solidFill>
                <a:latin typeface="Arial"/>
              </a:rPr>
              <a:t>Fifth Outline Level</a:t>
            </a:r>
            <a:endParaRPr lang="en-US" sz="1800" b="0" u="none" strike="noStrike">
              <a:solidFill>
                <a:srgbClr val="FFFFFF"/>
              </a:solidFill>
              <a:latin typeface="Arial"/>
            </a:endParaRPr>
          </a:p>
          <a:p>
            <a:pPr marL="2592000" lvl="5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/>
              <a:buChar char=""/>
              <a:defRPr/>
            </a:pPr>
            <a:r>
              <a:rPr lang="en-US" sz="1800" b="0" u="none" strike="noStrike">
                <a:solidFill>
                  <a:srgbClr val="FFFFFF"/>
                </a:solidFill>
                <a:latin typeface="Arial"/>
              </a:rPr>
              <a:t>Sixth Outline Level</a:t>
            </a:r>
            <a:endParaRPr lang="en-US" sz="1800" b="0" u="none" strike="noStrike">
              <a:solidFill>
                <a:srgbClr val="FFFFFF"/>
              </a:solidFill>
              <a:latin typeface="Arial"/>
            </a:endParaRPr>
          </a:p>
          <a:p>
            <a:pPr marL="3024000" lvl="6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/>
              <a:buChar char=""/>
              <a:defRPr/>
            </a:pPr>
            <a:r>
              <a:rPr lang="en-US" sz="1800" b="0" u="none" strike="noStrike">
                <a:solidFill>
                  <a:srgbClr val="FFFFFF"/>
                </a:solidFill>
                <a:latin typeface="Arial"/>
              </a:rPr>
              <a:t>Seventh Outline Level</a:t>
            </a:r>
            <a:endParaRPr lang="en-US" sz="1800" b="0" u="none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968109795" name="PlaceHolder 4"/>
          <p:cNvSpPr>
            <a:spLocks noGrp="1"/>
          </p:cNvSpPr>
          <p:nvPr>
            <p:ph type="ftr" idx="70"/>
          </p:nvPr>
        </p:nvSpPr>
        <p:spPr bwMode="auto">
          <a:xfrm>
            <a:off x="3453480" y="6356520"/>
            <a:ext cx="5280120" cy="363240"/>
          </a:xfrm>
          <a:prstGeom prst="rect">
            <a:avLst/>
          </a:prstGeom>
          <a:noFill/>
          <a:ln w="0">
            <a:noFill/>
          </a:ln>
        </p:spPr>
        <p:txBody>
          <a:bodyPr lIns="122040" tIns="60840" rIns="122040" bIns="6084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en-US" sz="1400" b="0" u="none" strike="noStrike">
                <a:solidFill>
                  <a:srgbClr val="FFFFFF"/>
                </a:solidFill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  <a:defRPr/>
            </a:pPr>
            <a:r>
              <a:rPr lang="en-US" sz="1400" b="0" u="none" strike="noStrike">
                <a:solidFill>
                  <a:srgbClr val="FFFFFF"/>
                </a:solidFill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88805880" name="PlaceHolder 5"/>
          <p:cNvSpPr>
            <a:spLocks noGrp="1"/>
          </p:cNvSpPr>
          <p:nvPr>
            <p:ph type="sldNum" idx="71"/>
          </p:nvPr>
        </p:nvSpPr>
        <p:spPr bwMode="auto">
          <a:xfrm>
            <a:off x="10563480" y="6356520"/>
            <a:ext cx="1013760" cy="363240"/>
          </a:xfrm>
          <a:prstGeom prst="rect">
            <a:avLst/>
          </a:prstGeom>
          <a:noFill/>
          <a:ln w="0">
            <a:noFill/>
          </a:ln>
        </p:spPr>
        <p:txBody>
          <a:bodyPr lIns="122040" tIns="60840" rIns="122040" bIns="60840" anchor="ctr">
            <a:noAutofit/>
          </a:bodyPr>
          <a:lstStyle>
            <a:lvl1pPr indent="0" defTabSz="1218960">
              <a:lnSpc>
                <a:spcPct val="100000"/>
              </a:lnSpc>
              <a:buNone/>
              <a:tabLst>
                <a:tab pos="0" algn="l"/>
              </a:tabLst>
              <a:defRPr lang="ru-RU" sz="1200" b="0" u="none" strike="noStrike">
                <a:solidFill>
                  <a:schemeClr val="lt1">
                    <a:tint val="75000"/>
                  </a:schemeClr>
                </a:solidFill>
                <a:latin typeface="Calibri"/>
              </a:defRPr>
            </a:lvl1pPr>
          </a:lstStyle>
          <a:p>
            <a:pPr indent="0" defTabSz="1218960">
              <a:lnSpc>
                <a:spcPct val="100000"/>
              </a:lnSpc>
              <a:buNone/>
              <a:tabLst>
                <a:tab pos="0" algn="l"/>
              </a:tabLst>
              <a:defRPr/>
            </a:pPr>
            <a:fld id="{6584B84C-EE06-4B89-954F-82D4DD61C9E7}" type="slidenum">
              <a:rPr lang="ru-RU" sz="1200" b="0" u="none" strike="noStrike">
                <a:solidFill>
                  <a:schemeClr val="lt1">
                    <a:tint val="75000"/>
                  </a:schemeClr>
                </a:solidFill>
                <a:latin typeface="Calibri"/>
              </a:rPr>
              <a:t>&lt;number&gt;</a:t>
            </a:fld>
            <a:endParaRPr lang="en-US" sz="1200" b="0" u="none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483160637" name="PlaceHolder 6"/>
          <p:cNvSpPr>
            <a:spLocks noGrp="1"/>
          </p:cNvSpPr>
          <p:nvPr>
            <p:ph type="dt" idx="72"/>
          </p:nvPr>
        </p:nvSpPr>
        <p:spPr bwMode="auto">
          <a:xfrm>
            <a:off x="1218960" y="6356520"/>
            <a:ext cx="2232720" cy="363240"/>
          </a:xfrm>
          <a:prstGeom prst="rect">
            <a:avLst/>
          </a:prstGeom>
          <a:noFill/>
          <a:ln w="0">
            <a:noFill/>
          </a:ln>
        </p:spPr>
        <p:txBody>
          <a:bodyPr lIns="122040" tIns="60840" rIns="122040" bIns="60840" anchor="ctr">
            <a:noAutofit/>
          </a:bodyPr>
          <a:lstStyle>
            <a:lvl1pPr indent="0">
              <a:buNone/>
              <a:defRPr lang="en-US" sz="1400" b="0" u="none" strike="noStrike">
                <a:solidFill>
                  <a:srgbClr val="FFFFFF"/>
                </a:solidFill>
                <a:latin typeface="Times New Roman"/>
              </a:defRPr>
            </a:lvl1pPr>
          </a:lstStyle>
          <a:p>
            <a:pPr indent="0">
              <a:buNone/>
              <a:defRPr/>
            </a:pPr>
            <a:r>
              <a:rPr lang="en-US" sz="1400" b="0" u="none" strike="noStrike">
                <a:solidFill>
                  <a:srgbClr val="FFFFFF"/>
                </a:solidFill>
                <a:latin typeface="Times New Roman"/>
              </a:rPr>
              <a:t>&lt;date/time&gt;</a:t>
            </a:r>
            <a:endParaRPr lang="en-US" sz="1400" b="0" u="none" strike="noStrike">
              <a:solidFill>
                <a:srgbClr val="FFFFFF"/>
              </a:solidFill>
              <a:latin typeface="Times New Roman"/>
            </a:endParaRPr>
          </a:p>
        </p:txBody>
      </p:sp>
    </p:spTree>
  </p:cSld>
  <p:clrMap bg1="dk1" tx1="lt1" bg2="dk2" tx2="lt2" accent1="accent1" accent2="accent2" accent3="accent3" accent4="accent4" accent5="accent5" accent6="accent6" hlink="hlink" folHlink="folHlink"/>
  <p:sldLayoutIdLst>
    <p:sldLayoutId id="2147483693" r:id="rId1"/>
  </p:sldLayoutIdLst>
</p:sldMaster>
</file>

<file path=ppt/slideMasters/slideMaster24.xml><?xml version="1.0" encoding="utf-8"?>
<p:sld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preserve="0">
  <p:cSld name="">
    <p:bg>
      <p:bgPr shadeToTitle="0">
        <a:gradFill rotWithShape="0">
          <a:gsLst>
            <a:gs pos="0">
              <a:srgbClr val="000000"/>
            </a:gs>
            <a:gs pos="85000">
              <a:srgbClr val="0E1830"/>
            </a:gs>
            <a:gs pos="100000">
              <a:srgbClr val="142141"/>
            </a:gs>
          </a:gsLst>
          <a:lin ang="3600000" scaled="1"/>
        </a:gra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grpSp>
        <p:nvGrpSpPr>
          <p:cNvPr id="163580097" name="линии слева"/>
          <p:cNvGrpSpPr/>
          <p:nvPr/>
        </p:nvGrpSpPr>
        <p:grpSpPr bwMode="auto">
          <a:xfrm>
            <a:off x="-15840" y="-3240"/>
            <a:ext cx="818280" cy="5227560"/>
            <a:chOff x="-15840" y="-3240"/>
            <a:chExt cx="818280" cy="5227560"/>
          </a:xfrm>
        </p:grpSpPr>
        <p:sp>
          <p:nvSpPr>
            <p:cNvPr id="238" name="Полилиния 9"/>
            <p:cNvSpPr/>
            <p:nvPr/>
          </p:nvSpPr>
          <p:spPr bwMode="auto">
            <a:xfrm>
              <a:off x="-12600" y="0"/>
              <a:ext cx="815040" cy="5224320"/>
            </a:xfrm>
            <a:custGeom>
              <a:avLst/>
              <a:gdLst>
                <a:gd name="textAreaLeft" fmla="*/ 0 w 815040"/>
                <a:gd name="textAreaRight" fmla="*/ 816840 w 815040"/>
                <a:gd name="textAreaTop" fmla="*/ 0 h 5224320"/>
                <a:gd name="textAreaBottom" fmla="*/ 5226120 h 5224320"/>
              </a:gdLst>
              <a:ahLst/>
              <a:cxnLst/>
              <a:rect l="textAreaLeft" t="textAreaTop" r="textAreaRight" b="textAreaBottom"/>
              <a:pathLst>
                <a:path w="612775" h="3919538" fill="norm" stroke="1" extrusionOk="0">
                  <a:moveTo>
                    <a:pt x="0" y="3919538"/>
                  </a:moveTo>
                  <a:lnTo>
                    <a:pt x="612775" y="2984500"/>
                  </a:lnTo>
                  <a:lnTo>
                    <a:pt x="612775" y="0"/>
                  </a:lnTo>
                </a:path>
              </a:pathLst>
            </a:custGeom>
            <a:noFill/>
            <a:ln w="38100">
              <a:solidFill>
                <a:srgbClr val="007373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tIns="45000" rIns="90000" bIns="45000" anchor="ctr">
              <a:noAutofit/>
            </a:bodyPr>
            <a:p>
              <a:pPr algn="ctr" defTabSz="1218960">
                <a:lnSpc>
                  <a:spcPct val="100000"/>
                </a:lnSpc>
                <a:defRPr/>
              </a:pPr>
              <a:endParaRPr lang="ru-RU" sz="2400" b="0" u="none" strike="noStrike">
                <a:solidFill>
                  <a:schemeClr val="lt1"/>
                </a:solidFill>
                <a:latin typeface="Calibri"/>
              </a:endParaRPr>
            </a:p>
          </p:txBody>
        </p:sp>
        <p:sp>
          <p:nvSpPr>
            <p:cNvPr id="239" name="Полилиния 10"/>
            <p:cNvSpPr/>
            <p:nvPr/>
          </p:nvSpPr>
          <p:spPr bwMode="auto">
            <a:xfrm>
              <a:off x="-15840" y="0"/>
              <a:ext cx="545760" cy="4560840"/>
            </a:xfrm>
            <a:custGeom>
              <a:avLst/>
              <a:gdLst>
                <a:gd name="textAreaLeft" fmla="*/ 0 w 545760"/>
                <a:gd name="textAreaRight" fmla="*/ 547560 w 545760"/>
                <a:gd name="textAreaTop" fmla="*/ 0 h 4560840"/>
                <a:gd name="textAreaBottom" fmla="*/ 4562640 h 4560840"/>
              </a:gdLst>
              <a:ahLst/>
              <a:cxnLst/>
              <a:rect l="textAreaLeft" t="textAreaTop" r="textAreaRight" b="textAreaBottom"/>
              <a:pathLst>
                <a:path w="410751" h="3421856" fill="norm" stroke="1" extrusionOk="0">
                  <a:moveTo>
                    <a:pt x="0" y="3421856"/>
                  </a:moveTo>
                  <a:lnTo>
                    <a:pt x="410751" y="2798680"/>
                  </a:lnTo>
                  <a:lnTo>
                    <a:pt x="409575" y="0"/>
                  </a:lnTo>
                </a:path>
              </a:pathLst>
            </a:custGeom>
            <a:noFill/>
            <a:ln w="28575">
              <a:solidFill>
                <a:srgbClr val="007373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tIns="45000" rIns="90000" bIns="45000" anchor="ctr">
              <a:noAutofit/>
            </a:bodyPr>
            <a:p>
              <a:pPr algn="ctr" defTabSz="1218960">
                <a:lnSpc>
                  <a:spcPct val="100000"/>
                </a:lnSpc>
                <a:defRPr/>
              </a:pPr>
              <a:endParaRPr lang="ru-RU" sz="2400" b="0" u="none" strike="noStrike">
                <a:solidFill>
                  <a:schemeClr val="lt1"/>
                </a:solidFill>
                <a:latin typeface="Calibri"/>
              </a:endParaRPr>
            </a:p>
          </p:txBody>
        </p:sp>
        <p:sp>
          <p:nvSpPr>
            <p:cNvPr id="240" name="Полилиния 13"/>
            <p:cNvSpPr/>
            <p:nvPr/>
          </p:nvSpPr>
          <p:spPr bwMode="auto">
            <a:xfrm>
              <a:off x="-9360" y="-3240"/>
              <a:ext cx="316800" cy="3966840"/>
            </a:xfrm>
            <a:custGeom>
              <a:avLst/>
              <a:gdLst>
                <a:gd name="textAreaLeft" fmla="*/ 0 w 316800"/>
                <a:gd name="textAreaRight" fmla="*/ 318600 w 316800"/>
                <a:gd name="textAreaTop" fmla="*/ 0 h 3966840"/>
                <a:gd name="textAreaBottom" fmla="*/ 3968640 h 3966840"/>
              </a:gdLst>
              <a:ahLst/>
              <a:cxnLst/>
              <a:rect l="textAreaLeft" t="textAreaTop" r="textAreaRight" b="textAreaBottom"/>
              <a:pathLst>
                <a:path w="238919" h="2976561" fill="norm" stroke="1" extrusionOk="0">
                  <a:moveTo>
                    <a:pt x="0" y="2976561"/>
                  </a:moveTo>
                  <a:lnTo>
                    <a:pt x="238919" y="2616170"/>
                  </a:lnTo>
                  <a:cubicBezTo>
                    <a:pt x="238654" y="1744113"/>
                    <a:pt x="238390" y="872057"/>
                    <a:pt x="238125" y="0"/>
                  </a:cubicBezTo>
                </a:path>
              </a:pathLst>
            </a:custGeom>
            <a:noFill/>
            <a:ln>
              <a:solidFill>
                <a:srgbClr val="004D4D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tIns="45000" rIns="90000" bIns="45000" anchor="ctr">
              <a:noAutofit/>
            </a:bodyPr>
            <a:p>
              <a:pPr algn="ctr" defTabSz="1218960">
                <a:lnSpc>
                  <a:spcPct val="100000"/>
                </a:lnSpc>
                <a:defRPr/>
              </a:pPr>
              <a:endParaRPr lang="ru-RU" sz="2400" b="0" u="none" strike="noStrike">
                <a:solidFill>
                  <a:schemeClr val="lt1"/>
                </a:solidFill>
                <a:latin typeface="Calibri"/>
              </a:endParaRPr>
            </a:p>
          </p:txBody>
        </p:sp>
      </p:grpSp>
      <p:sp>
        <p:nvSpPr>
          <p:cNvPr id="740599355" name="PlaceHolder 1"/>
          <p:cNvSpPr>
            <a:spLocks noGrp="1"/>
          </p:cNvSpPr>
          <p:nvPr>
            <p:ph type="title"/>
          </p:nvPr>
        </p:nvSpPr>
        <p:spPr bwMode="auto">
          <a:xfrm>
            <a:off x="609120" y="273600"/>
            <a:ext cx="10969200" cy="11444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p>
            <a:pPr indent="0">
              <a:buNone/>
              <a:defRPr/>
            </a:pPr>
            <a:r>
              <a:rPr lang="en-US" sz="1800" b="0" u="none" strike="noStrike">
                <a:solidFill>
                  <a:srgbClr val="FFFFFF"/>
                </a:solidFill>
                <a:latin typeface="Arial"/>
              </a:rPr>
              <a:t>Click to edit the title text format</a:t>
            </a:r>
            <a:endParaRPr lang="en-US" sz="1800" b="0" u="none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96455709" name="PlaceHolder 2"/>
          <p:cNvSpPr>
            <a:spLocks noGrp="1"/>
          </p:cNvSpPr>
          <p:nvPr>
            <p:ph type="body"/>
          </p:nvPr>
        </p:nvSpPr>
        <p:spPr bwMode="auto">
          <a:xfrm>
            <a:off x="609120" y="1604520"/>
            <a:ext cx="10969200" cy="39769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FFFFFF"/>
              </a:buClr>
              <a:buSzPct val="45000"/>
              <a:buFont typeface="Wingdings"/>
              <a:buChar char=""/>
              <a:defRPr/>
            </a:pPr>
            <a:r>
              <a:rPr lang="en-US" sz="1800" b="0" u="none" strike="noStrike">
                <a:solidFill>
                  <a:srgbClr val="FFFFFF"/>
                </a:solidFill>
                <a:latin typeface="Arial"/>
              </a:rPr>
              <a:t>Click to edit the outline text format</a:t>
            </a:r>
            <a:endParaRPr lang="en-US" sz="1800" b="0" u="none" strike="noStrike">
              <a:solidFill>
                <a:srgbClr val="FFFFFF"/>
              </a:solidFill>
              <a:latin typeface="Arial"/>
            </a:endParaRPr>
          </a:p>
          <a:p>
            <a:pPr marL="864000" lvl="1" indent="-324000">
              <a:spcBef>
                <a:spcPts val="1134"/>
              </a:spcBef>
              <a:buClr>
                <a:srgbClr val="FFFFFF"/>
              </a:buClr>
              <a:buSzPct val="75000"/>
              <a:buFont typeface="Symbol"/>
              <a:buChar char=""/>
              <a:defRPr/>
            </a:pPr>
            <a:r>
              <a:rPr lang="en-US" sz="1800" b="0" u="none" strike="noStrike">
                <a:solidFill>
                  <a:srgbClr val="FFFFFF"/>
                </a:solidFill>
                <a:latin typeface="Arial"/>
              </a:rPr>
              <a:t>Second Outline Level</a:t>
            </a:r>
            <a:endParaRPr lang="en-US" sz="1800" b="0" u="none" strike="noStrike">
              <a:solidFill>
                <a:srgbClr val="FFFFFF"/>
              </a:solidFill>
              <a:latin typeface="Arial"/>
            </a:endParaRPr>
          </a:p>
          <a:p>
            <a:pPr marL="1296000" lvl="2" indent="-288000">
              <a:spcBef>
                <a:spcPts val="850"/>
              </a:spcBef>
              <a:buClr>
                <a:srgbClr val="FFFFFF"/>
              </a:buClr>
              <a:buSzPct val="45000"/>
              <a:buFont typeface="Wingdings"/>
              <a:buChar char=""/>
              <a:defRPr/>
            </a:pPr>
            <a:r>
              <a:rPr lang="en-US" sz="1800" b="0" u="none" strike="noStrike">
                <a:solidFill>
                  <a:srgbClr val="FFFFFF"/>
                </a:solidFill>
                <a:latin typeface="Arial"/>
              </a:rPr>
              <a:t>Third Outline Level</a:t>
            </a:r>
            <a:endParaRPr lang="en-US" sz="1800" b="0" u="none" strike="noStrike">
              <a:solidFill>
                <a:srgbClr val="FFFFFF"/>
              </a:solidFill>
              <a:latin typeface="Arial"/>
            </a:endParaRPr>
          </a:p>
          <a:p>
            <a:pPr marL="1728000" lvl="3" indent="-216000">
              <a:spcBef>
                <a:spcPts val="567"/>
              </a:spcBef>
              <a:buClr>
                <a:srgbClr val="FFFFFF"/>
              </a:buClr>
              <a:buSzPct val="75000"/>
              <a:buFont typeface="Symbol"/>
              <a:buChar char=""/>
              <a:defRPr/>
            </a:pPr>
            <a:r>
              <a:rPr lang="en-US" sz="1800" b="0" u="none" strike="noStrike">
                <a:solidFill>
                  <a:srgbClr val="FFFFFF"/>
                </a:solidFill>
                <a:latin typeface="Arial"/>
              </a:rPr>
              <a:t>Fourth Outline Level</a:t>
            </a:r>
            <a:endParaRPr lang="en-US" sz="1800" b="0" u="none" strike="noStrike">
              <a:solidFill>
                <a:srgbClr val="FFFFFF"/>
              </a:solidFill>
              <a:latin typeface="Arial"/>
            </a:endParaRPr>
          </a:p>
          <a:p>
            <a:pPr marL="2160000" lvl="4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/>
              <a:buChar char=""/>
              <a:defRPr/>
            </a:pPr>
            <a:r>
              <a:rPr lang="en-US" sz="1800" b="0" u="none" strike="noStrike">
                <a:solidFill>
                  <a:srgbClr val="FFFFFF"/>
                </a:solidFill>
                <a:latin typeface="Arial"/>
              </a:rPr>
              <a:t>Fifth Outline Level</a:t>
            </a:r>
            <a:endParaRPr lang="en-US" sz="1800" b="0" u="none" strike="noStrike">
              <a:solidFill>
                <a:srgbClr val="FFFFFF"/>
              </a:solidFill>
              <a:latin typeface="Arial"/>
            </a:endParaRPr>
          </a:p>
          <a:p>
            <a:pPr marL="2592000" lvl="5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/>
              <a:buChar char=""/>
              <a:defRPr/>
            </a:pPr>
            <a:r>
              <a:rPr lang="en-US" sz="1800" b="0" u="none" strike="noStrike">
                <a:solidFill>
                  <a:srgbClr val="FFFFFF"/>
                </a:solidFill>
                <a:latin typeface="Arial"/>
              </a:rPr>
              <a:t>Sixth Outline Level</a:t>
            </a:r>
            <a:endParaRPr lang="en-US" sz="1800" b="0" u="none" strike="noStrike">
              <a:solidFill>
                <a:srgbClr val="FFFFFF"/>
              </a:solidFill>
              <a:latin typeface="Arial"/>
            </a:endParaRPr>
          </a:p>
          <a:p>
            <a:pPr marL="3024000" lvl="6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/>
              <a:buChar char=""/>
              <a:defRPr/>
            </a:pPr>
            <a:r>
              <a:rPr lang="en-US" sz="1800" b="0" u="none" strike="noStrike">
                <a:solidFill>
                  <a:srgbClr val="FFFFFF"/>
                </a:solidFill>
                <a:latin typeface="Arial"/>
              </a:rPr>
              <a:t>Seventh Outline Level</a:t>
            </a:r>
            <a:endParaRPr lang="en-US" sz="1800" b="0" u="none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831400131" name="PlaceHolder 3"/>
          <p:cNvSpPr>
            <a:spLocks noGrp="1"/>
          </p:cNvSpPr>
          <p:nvPr>
            <p:ph type="ftr" idx="73"/>
          </p:nvPr>
        </p:nvSpPr>
        <p:spPr bwMode="auto">
          <a:xfrm>
            <a:off x="3453480" y="6356520"/>
            <a:ext cx="5280120" cy="363240"/>
          </a:xfrm>
          <a:prstGeom prst="rect">
            <a:avLst/>
          </a:prstGeom>
          <a:noFill/>
          <a:ln w="0">
            <a:noFill/>
          </a:ln>
        </p:spPr>
        <p:txBody>
          <a:bodyPr lIns="122040" tIns="60840" rIns="122040" bIns="6084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en-US" sz="1400" b="0" u="none" strike="noStrike">
                <a:solidFill>
                  <a:srgbClr val="FFFFFF"/>
                </a:solidFill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  <a:defRPr/>
            </a:pPr>
            <a:r>
              <a:rPr lang="en-US" sz="1400" b="0" u="none" strike="noStrike">
                <a:solidFill>
                  <a:srgbClr val="FFFFFF"/>
                </a:solidFill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265712186" name="PlaceHolder 4"/>
          <p:cNvSpPr>
            <a:spLocks noGrp="1"/>
          </p:cNvSpPr>
          <p:nvPr>
            <p:ph type="sldNum" idx="74"/>
          </p:nvPr>
        </p:nvSpPr>
        <p:spPr bwMode="auto">
          <a:xfrm>
            <a:off x="10563480" y="6356520"/>
            <a:ext cx="1013760" cy="363240"/>
          </a:xfrm>
          <a:prstGeom prst="rect">
            <a:avLst/>
          </a:prstGeom>
          <a:noFill/>
          <a:ln w="0">
            <a:noFill/>
          </a:ln>
        </p:spPr>
        <p:txBody>
          <a:bodyPr lIns="122040" tIns="60840" rIns="122040" bIns="60840" anchor="ctr">
            <a:noAutofit/>
          </a:bodyPr>
          <a:lstStyle>
            <a:lvl1pPr indent="0" defTabSz="1218960">
              <a:lnSpc>
                <a:spcPct val="100000"/>
              </a:lnSpc>
              <a:buNone/>
              <a:tabLst>
                <a:tab pos="0" algn="l"/>
              </a:tabLst>
              <a:defRPr lang="ru-RU" sz="1200" b="0" u="none" strike="noStrike">
                <a:solidFill>
                  <a:schemeClr val="lt1">
                    <a:tint val="75000"/>
                  </a:schemeClr>
                </a:solidFill>
                <a:latin typeface="Calibri"/>
              </a:defRPr>
            </a:lvl1pPr>
          </a:lstStyle>
          <a:p>
            <a:pPr indent="0" defTabSz="1218960">
              <a:lnSpc>
                <a:spcPct val="100000"/>
              </a:lnSpc>
              <a:buNone/>
              <a:tabLst>
                <a:tab pos="0" algn="l"/>
              </a:tabLst>
              <a:defRPr/>
            </a:pPr>
            <a:fld id="{41A8412D-844C-4FA1-A96F-0F7FD5A583A5}" type="slidenum">
              <a:rPr lang="ru-RU" sz="1200" b="0" u="none" strike="noStrike">
                <a:solidFill>
                  <a:schemeClr val="lt1">
                    <a:tint val="75000"/>
                  </a:schemeClr>
                </a:solidFill>
                <a:latin typeface="Calibri"/>
              </a:rPr>
              <a:t>&lt;number&gt;</a:t>
            </a:fld>
            <a:endParaRPr lang="en-US" sz="1200" b="0" u="none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275749734" name="PlaceHolder 5"/>
          <p:cNvSpPr>
            <a:spLocks noGrp="1"/>
          </p:cNvSpPr>
          <p:nvPr>
            <p:ph type="dt" idx="75"/>
          </p:nvPr>
        </p:nvSpPr>
        <p:spPr bwMode="auto">
          <a:xfrm>
            <a:off x="1218960" y="6356520"/>
            <a:ext cx="2232720" cy="363240"/>
          </a:xfrm>
          <a:prstGeom prst="rect">
            <a:avLst/>
          </a:prstGeom>
          <a:noFill/>
          <a:ln w="0">
            <a:noFill/>
          </a:ln>
        </p:spPr>
        <p:txBody>
          <a:bodyPr lIns="122040" tIns="60840" rIns="122040" bIns="60840" anchor="ctr">
            <a:noAutofit/>
          </a:bodyPr>
          <a:lstStyle>
            <a:lvl1pPr indent="0">
              <a:buNone/>
              <a:defRPr lang="en-US" sz="1400" b="0" u="none" strike="noStrike">
                <a:solidFill>
                  <a:srgbClr val="FFFFFF"/>
                </a:solidFill>
                <a:latin typeface="Times New Roman"/>
              </a:defRPr>
            </a:lvl1pPr>
          </a:lstStyle>
          <a:p>
            <a:pPr indent="0">
              <a:buNone/>
              <a:defRPr/>
            </a:pPr>
            <a:r>
              <a:rPr lang="en-US" sz="1400" b="0" u="none" strike="noStrike">
                <a:solidFill>
                  <a:srgbClr val="FFFFFF"/>
                </a:solidFill>
                <a:latin typeface="Times New Roman"/>
              </a:rPr>
              <a:t>&lt;date/time&gt;</a:t>
            </a:r>
            <a:endParaRPr lang="en-US" sz="1400" b="0" u="none" strike="noStrike">
              <a:solidFill>
                <a:srgbClr val="FFFFFF"/>
              </a:solidFill>
              <a:latin typeface="Times New Roman"/>
            </a:endParaRPr>
          </a:p>
        </p:txBody>
      </p:sp>
    </p:spTree>
  </p:cSld>
  <p:clrMap bg1="dk1" tx1="lt1" bg2="dk2" tx2="lt2" accent1="accent1" accent2="accent2" accent3="accent3" accent4="accent4" accent5="accent5" accent6="accent6" hlink="hlink" folHlink="folHlink"/>
  <p:sldLayoutIdLst>
    <p:sldLayoutId id="2147483695" r:id="rId1"/>
  </p:sldLayoutIdLst>
</p:sldMaster>
</file>

<file path=ppt/slideMasters/slideMaster25.xml><?xml version="1.0" encoding="utf-8"?>
<p:sld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preserve="0">
  <p:cSld name="">
    <p:bg>
      <p:bgPr shadeToTitle="0">
        <a:gradFill rotWithShape="0">
          <a:gsLst>
            <a:gs pos="0">
              <a:srgbClr val="000000"/>
            </a:gs>
            <a:gs pos="85000">
              <a:srgbClr val="0E1830"/>
            </a:gs>
            <a:gs pos="100000">
              <a:srgbClr val="142141"/>
            </a:gs>
          </a:gsLst>
          <a:lin ang="3600000" scaled="1"/>
        </a:gra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grpSp>
        <p:nvGrpSpPr>
          <p:cNvPr id="290417957" name="линии слева"/>
          <p:cNvGrpSpPr/>
          <p:nvPr/>
        </p:nvGrpSpPr>
        <p:grpSpPr bwMode="auto">
          <a:xfrm>
            <a:off x="-15840" y="-3240"/>
            <a:ext cx="818280" cy="5227560"/>
            <a:chOff x="-15840" y="-3240"/>
            <a:chExt cx="818280" cy="5227560"/>
          </a:xfrm>
        </p:grpSpPr>
        <p:sp>
          <p:nvSpPr>
            <p:cNvPr id="249" name="Полилиния 9"/>
            <p:cNvSpPr/>
            <p:nvPr/>
          </p:nvSpPr>
          <p:spPr bwMode="auto">
            <a:xfrm>
              <a:off x="-12600" y="0"/>
              <a:ext cx="815040" cy="5224320"/>
            </a:xfrm>
            <a:custGeom>
              <a:avLst/>
              <a:gdLst>
                <a:gd name="textAreaLeft" fmla="*/ 0 w 815040"/>
                <a:gd name="textAreaRight" fmla="*/ 816840 w 815040"/>
                <a:gd name="textAreaTop" fmla="*/ 0 h 5224320"/>
                <a:gd name="textAreaBottom" fmla="*/ 5226120 h 5224320"/>
              </a:gdLst>
              <a:ahLst/>
              <a:cxnLst/>
              <a:rect l="textAreaLeft" t="textAreaTop" r="textAreaRight" b="textAreaBottom"/>
              <a:pathLst>
                <a:path w="612775" h="3919538" fill="norm" stroke="1" extrusionOk="0">
                  <a:moveTo>
                    <a:pt x="0" y="3919538"/>
                  </a:moveTo>
                  <a:lnTo>
                    <a:pt x="612775" y="2984500"/>
                  </a:lnTo>
                  <a:lnTo>
                    <a:pt x="612775" y="0"/>
                  </a:lnTo>
                </a:path>
              </a:pathLst>
            </a:custGeom>
            <a:noFill/>
            <a:ln w="38100">
              <a:solidFill>
                <a:srgbClr val="007373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tIns="45000" rIns="90000" bIns="45000" anchor="ctr">
              <a:noAutofit/>
            </a:bodyPr>
            <a:p>
              <a:pPr algn="ctr" defTabSz="1218960">
                <a:lnSpc>
                  <a:spcPct val="100000"/>
                </a:lnSpc>
                <a:defRPr/>
              </a:pPr>
              <a:endParaRPr lang="ru-RU" sz="2400" b="0" u="none" strike="noStrike">
                <a:solidFill>
                  <a:schemeClr val="lt1"/>
                </a:solidFill>
                <a:latin typeface="Calibri"/>
              </a:endParaRPr>
            </a:p>
          </p:txBody>
        </p:sp>
        <p:sp>
          <p:nvSpPr>
            <p:cNvPr id="250" name="Полилиния 10"/>
            <p:cNvSpPr/>
            <p:nvPr/>
          </p:nvSpPr>
          <p:spPr bwMode="auto">
            <a:xfrm>
              <a:off x="-15840" y="0"/>
              <a:ext cx="545760" cy="4560840"/>
            </a:xfrm>
            <a:custGeom>
              <a:avLst/>
              <a:gdLst>
                <a:gd name="textAreaLeft" fmla="*/ 0 w 545760"/>
                <a:gd name="textAreaRight" fmla="*/ 547560 w 545760"/>
                <a:gd name="textAreaTop" fmla="*/ 0 h 4560840"/>
                <a:gd name="textAreaBottom" fmla="*/ 4562640 h 4560840"/>
              </a:gdLst>
              <a:ahLst/>
              <a:cxnLst/>
              <a:rect l="textAreaLeft" t="textAreaTop" r="textAreaRight" b="textAreaBottom"/>
              <a:pathLst>
                <a:path w="410751" h="3421856" fill="norm" stroke="1" extrusionOk="0">
                  <a:moveTo>
                    <a:pt x="0" y="3421856"/>
                  </a:moveTo>
                  <a:lnTo>
                    <a:pt x="410751" y="2798680"/>
                  </a:lnTo>
                  <a:lnTo>
                    <a:pt x="409575" y="0"/>
                  </a:lnTo>
                </a:path>
              </a:pathLst>
            </a:custGeom>
            <a:noFill/>
            <a:ln w="28575">
              <a:solidFill>
                <a:srgbClr val="007373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tIns="45000" rIns="90000" bIns="45000" anchor="ctr">
              <a:noAutofit/>
            </a:bodyPr>
            <a:p>
              <a:pPr algn="ctr" defTabSz="1218960">
                <a:lnSpc>
                  <a:spcPct val="100000"/>
                </a:lnSpc>
                <a:defRPr/>
              </a:pPr>
              <a:endParaRPr lang="ru-RU" sz="2400" b="0" u="none" strike="noStrike">
                <a:solidFill>
                  <a:schemeClr val="lt1"/>
                </a:solidFill>
                <a:latin typeface="Calibri"/>
              </a:endParaRPr>
            </a:p>
          </p:txBody>
        </p:sp>
        <p:sp>
          <p:nvSpPr>
            <p:cNvPr id="251" name="Полилиния 13"/>
            <p:cNvSpPr/>
            <p:nvPr/>
          </p:nvSpPr>
          <p:spPr bwMode="auto">
            <a:xfrm>
              <a:off x="-9360" y="-3240"/>
              <a:ext cx="316800" cy="3966840"/>
            </a:xfrm>
            <a:custGeom>
              <a:avLst/>
              <a:gdLst>
                <a:gd name="textAreaLeft" fmla="*/ 0 w 316800"/>
                <a:gd name="textAreaRight" fmla="*/ 318600 w 316800"/>
                <a:gd name="textAreaTop" fmla="*/ 0 h 3966840"/>
                <a:gd name="textAreaBottom" fmla="*/ 3968640 h 3966840"/>
              </a:gdLst>
              <a:ahLst/>
              <a:cxnLst/>
              <a:rect l="textAreaLeft" t="textAreaTop" r="textAreaRight" b="textAreaBottom"/>
              <a:pathLst>
                <a:path w="238919" h="2976561" fill="norm" stroke="1" extrusionOk="0">
                  <a:moveTo>
                    <a:pt x="0" y="2976561"/>
                  </a:moveTo>
                  <a:lnTo>
                    <a:pt x="238919" y="2616170"/>
                  </a:lnTo>
                  <a:cubicBezTo>
                    <a:pt x="238654" y="1744113"/>
                    <a:pt x="238390" y="872057"/>
                    <a:pt x="238125" y="0"/>
                  </a:cubicBezTo>
                </a:path>
              </a:pathLst>
            </a:custGeom>
            <a:noFill/>
            <a:ln>
              <a:solidFill>
                <a:srgbClr val="004D4D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tIns="45000" rIns="90000" bIns="45000" anchor="ctr">
              <a:noAutofit/>
            </a:bodyPr>
            <a:p>
              <a:pPr algn="ctr" defTabSz="1218960">
                <a:lnSpc>
                  <a:spcPct val="100000"/>
                </a:lnSpc>
                <a:defRPr/>
              </a:pPr>
              <a:endParaRPr lang="ru-RU" sz="2400" b="0" u="none" strike="noStrike">
                <a:solidFill>
                  <a:schemeClr val="lt1"/>
                </a:solidFill>
                <a:latin typeface="Calibri"/>
              </a:endParaRPr>
            </a:p>
          </p:txBody>
        </p:sp>
      </p:grpSp>
      <p:sp>
        <p:nvSpPr>
          <p:cNvPr id="1110129798" name="PlaceHolder 1"/>
          <p:cNvSpPr>
            <a:spLocks noGrp="1"/>
          </p:cNvSpPr>
          <p:nvPr>
            <p:ph type="ftr" idx="76"/>
          </p:nvPr>
        </p:nvSpPr>
        <p:spPr bwMode="auto">
          <a:xfrm>
            <a:off x="3453480" y="6356520"/>
            <a:ext cx="5280120" cy="363240"/>
          </a:xfrm>
          <a:prstGeom prst="rect">
            <a:avLst/>
          </a:prstGeom>
          <a:noFill/>
          <a:ln w="0">
            <a:noFill/>
          </a:ln>
        </p:spPr>
        <p:txBody>
          <a:bodyPr lIns="122040" tIns="60840" rIns="122040" bIns="6084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en-US" sz="1400" b="0" u="none" strike="noStrike">
                <a:solidFill>
                  <a:srgbClr val="FFFFFF"/>
                </a:solidFill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  <a:defRPr/>
            </a:pPr>
            <a:r>
              <a:rPr lang="en-US" sz="1400" b="0" u="none" strike="noStrike">
                <a:solidFill>
                  <a:srgbClr val="FFFFFF"/>
                </a:solidFill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952036836" name="PlaceHolder 2"/>
          <p:cNvSpPr>
            <a:spLocks noGrp="1"/>
          </p:cNvSpPr>
          <p:nvPr>
            <p:ph type="sldNum" idx="77"/>
          </p:nvPr>
        </p:nvSpPr>
        <p:spPr bwMode="auto">
          <a:xfrm>
            <a:off x="10563480" y="6356520"/>
            <a:ext cx="1013760" cy="363240"/>
          </a:xfrm>
          <a:prstGeom prst="rect">
            <a:avLst/>
          </a:prstGeom>
          <a:noFill/>
          <a:ln w="0">
            <a:noFill/>
          </a:ln>
        </p:spPr>
        <p:txBody>
          <a:bodyPr lIns="122040" tIns="60840" rIns="122040" bIns="60840" anchor="ctr">
            <a:noAutofit/>
          </a:bodyPr>
          <a:lstStyle>
            <a:lvl1pPr indent="0" defTabSz="1218960">
              <a:lnSpc>
                <a:spcPct val="100000"/>
              </a:lnSpc>
              <a:buNone/>
              <a:tabLst>
                <a:tab pos="0" algn="l"/>
              </a:tabLst>
              <a:defRPr lang="ru-RU" sz="1200" b="0" u="none" strike="noStrike">
                <a:solidFill>
                  <a:schemeClr val="lt1">
                    <a:tint val="75000"/>
                  </a:schemeClr>
                </a:solidFill>
                <a:latin typeface="Calibri"/>
              </a:defRPr>
            </a:lvl1pPr>
          </a:lstStyle>
          <a:p>
            <a:pPr indent="0" defTabSz="1218960">
              <a:lnSpc>
                <a:spcPct val="100000"/>
              </a:lnSpc>
              <a:buNone/>
              <a:tabLst>
                <a:tab pos="0" algn="l"/>
              </a:tabLst>
              <a:defRPr/>
            </a:pPr>
            <a:fld id="{43643707-A6B1-4054-B3A9-5B0437FE6F53}" type="slidenum">
              <a:rPr lang="ru-RU" sz="1200" b="0" u="none" strike="noStrike">
                <a:solidFill>
                  <a:schemeClr val="lt1">
                    <a:tint val="75000"/>
                  </a:schemeClr>
                </a:solidFill>
                <a:latin typeface="Calibri"/>
              </a:rPr>
              <a:t>&lt;number&gt;</a:t>
            </a:fld>
            <a:endParaRPr lang="en-US" sz="1200" b="0" u="none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788821668" name="PlaceHolder 3"/>
          <p:cNvSpPr>
            <a:spLocks noGrp="1"/>
          </p:cNvSpPr>
          <p:nvPr>
            <p:ph type="dt" idx="78"/>
          </p:nvPr>
        </p:nvSpPr>
        <p:spPr bwMode="auto">
          <a:xfrm>
            <a:off x="1218960" y="6356520"/>
            <a:ext cx="2232720" cy="363240"/>
          </a:xfrm>
          <a:prstGeom prst="rect">
            <a:avLst/>
          </a:prstGeom>
          <a:noFill/>
          <a:ln w="0">
            <a:noFill/>
          </a:ln>
        </p:spPr>
        <p:txBody>
          <a:bodyPr lIns="122040" tIns="60840" rIns="122040" bIns="60840" anchor="ctr">
            <a:noAutofit/>
          </a:bodyPr>
          <a:lstStyle>
            <a:lvl1pPr indent="0">
              <a:buNone/>
              <a:defRPr lang="en-US" sz="1400" b="0" u="none" strike="noStrike">
                <a:solidFill>
                  <a:srgbClr val="FFFFFF"/>
                </a:solidFill>
                <a:latin typeface="Times New Roman"/>
              </a:defRPr>
            </a:lvl1pPr>
          </a:lstStyle>
          <a:p>
            <a:pPr indent="0">
              <a:buNone/>
              <a:defRPr/>
            </a:pPr>
            <a:r>
              <a:rPr lang="en-US" sz="1400" b="0" u="none" strike="noStrike">
                <a:solidFill>
                  <a:srgbClr val="FFFFFF"/>
                </a:solidFill>
                <a:latin typeface="Times New Roman"/>
              </a:rPr>
              <a:t>&lt;date/time&gt;</a:t>
            </a:r>
            <a:endParaRPr lang="en-US" sz="1400" b="0" u="none" strike="noStrike">
              <a:solidFill>
                <a:srgbClr val="FFFFFF"/>
              </a:solidFill>
              <a:latin typeface="Times New Roman"/>
            </a:endParaRPr>
          </a:p>
        </p:txBody>
      </p:sp>
    </p:spTree>
  </p:cSld>
  <p:clrMap bg1="dk1" tx1="lt1" bg2="dk2" tx2="lt2" accent1="accent1" accent2="accent2" accent3="accent3" accent4="accent4" accent5="accent5" accent6="accent6" hlink="hlink" folHlink="folHlink"/>
  <p:sldLayoutIdLst>
    <p:sldLayoutId id="2147483697" r:id="rId1"/>
  </p:sldLayoutIdLst>
</p:sldMaster>
</file>

<file path=ppt/slideMasters/slideMaster26.xml><?xml version="1.0" encoding="utf-8"?>
<p:sld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preserve="0">
  <p:cSld name="">
    <p:bg>
      <p:bgPr shadeToTitle="0">
        <a:gradFill rotWithShape="0">
          <a:gsLst>
            <a:gs pos="0">
              <a:srgbClr val="000000"/>
            </a:gs>
            <a:gs pos="85000">
              <a:srgbClr val="0E1830"/>
            </a:gs>
            <a:gs pos="100000">
              <a:srgbClr val="142141"/>
            </a:gs>
          </a:gsLst>
          <a:lin ang="3600000" scaled="1"/>
        </a:gra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grpSp>
        <p:nvGrpSpPr>
          <p:cNvPr id="185365780" name="линии слева"/>
          <p:cNvGrpSpPr/>
          <p:nvPr/>
        </p:nvGrpSpPr>
        <p:grpSpPr bwMode="auto">
          <a:xfrm>
            <a:off x="-15840" y="-3240"/>
            <a:ext cx="818280" cy="5227560"/>
            <a:chOff x="-15840" y="-3240"/>
            <a:chExt cx="818280" cy="5227560"/>
          </a:xfrm>
        </p:grpSpPr>
        <p:sp>
          <p:nvSpPr>
            <p:cNvPr id="256" name="Полилиния 9"/>
            <p:cNvSpPr/>
            <p:nvPr/>
          </p:nvSpPr>
          <p:spPr bwMode="auto">
            <a:xfrm>
              <a:off x="-12600" y="0"/>
              <a:ext cx="815040" cy="5224320"/>
            </a:xfrm>
            <a:custGeom>
              <a:avLst/>
              <a:gdLst>
                <a:gd name="textAreaLeft" fmla="*/ 0 w 815040"/>
                <a:gd name="textAreaRight" fmla="*/ 816840 w 815040"/>
                <a:gd name="textAreaTop" fmla="*/ 0 h 5224320"/>
                <a:gd name="textAreaBottom" fmla="*/ 5226120 h 5224320"/>
              </a:gdLst>
              <a:ahLst/>
              <a:cxnLst/>
              <a:rect l="textAreaLeft" t="textAreaTop" r="textAreaRight" b="textAreaBottom"/>
              <a:pathLst>
                <a:path w="612775" h="3919538" fill="norm" stroke="1" extrusionOk="0">
                  <a:moveTo>
                    <a:pt x="0" y="3919538"/>
                  </a:moveTo>
                  <a:lnTo>
                    <a:pt x="612775" y="2984500"/>
                  </a:lnTo>
                  <a:lnTo>
                    <a:pt x="612775" y="0"/>
                  </a:lnTo>
                </a:path>
              </a:pathLst>
            </a:custGeom>
            <a:noFill/>
            <a:ln w="38100">
              <a:solidFill>
                <a:srgbClr val="007373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tIns="45000" rIns="90000" bIns="45000" anchor="ctr">
              <a:noAutofit/>
            </a:bodyPr>
            <a:p>
              <a:pPr algn="ctr" defTabSz="1218960">
                <a:lnSpc>
                  <a:spcPct val="100000"/>
                </a:lnSpc>
                <a:defRPr/>
              </a:pPr>
              <a:endParaRPr lang="ru-RU" sz="2400" b="0" u="none" strike="noStrike">
                <a:solidFill>
                  <a:schemeClr val="lt1"/>
                </a:solidFill>
                <a:latin typeface="Calibri"/>
              </a:endParaRPr>
            </a:p>
          </p:txBody>
        </p:sp>
        <p:sp>
          <p:nvSpPr>
            <p:cNvPr id="257" name="Полилиния 10"/>
            <p:cNvSpPr/>
            <p:nvPr/>
          </p:nvSpPr>
          <p:spPr bwMode="auto">
            <a:xfrm>
              <a:off x="-15840" y="0"/>
              <a:ext cx="545760" cy="4560840"/>
            </a:xfrm>
            <a:custGeom>
              <a:avLst/>
              <a:gdLst>
                <a:gd name="textAreaLeft" fmla="*/ 0 w 545760"/>
                <a:gd name="textAreaRight" fmla="*/ 547560 w 545760"/>
                <a:gd name="textAreaTop" fmla="*/ 0 h 4560840"/>
                <a:gd name="textAreaBottom" fmla="*/ 4562640 h 4560840"/>
              </a:gdLst>
              <a:ahLst/>
              <a:cxnLst/>
              <a:rect l="textAreaLeft" t="textAreaTop" r="textAreaRight" b="textAreaBottom"/>
              <a:pathLst>
                <a:path w="410751" h="3421856" fill="norm" stroke="1" extrusionOk="0">
                  <a:moveTo>
                    <a:pt x="0" y="3421856"/>
                  </a:moveTo>
                  <a:lnTo>
                    <a:pt x="410751" y="2798680"/>
                  </a:lnTo>
                  <a:lnTo>
                    <a:pt x="409575" y="0"/>
                  </a:lnTo>
                </a:path>
              </a:pathLst>
            </a:custGeom>
            <a:noFill/>
            <a:ln w="28575">
              <a:solidFill>
                <a:srgbClr val="007373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tIns="45000" rIns="90000" bIns="45000" anchor="ctr">
              <a:noAutofit/>
            </a:bodyPr>
            <a:p>
              <a:pPr algn="ctr" defTabSz="1218960">
                <a:lnSpc>
                  <a:spcPct val="100000"/>
                </a:lnSpc>
                <a:defRPr/>
              </a:pPr>
              <a:endParaRPr lang="ru-RU" sz="2400" b="0" u="none" strike="noStrike">
                <a:solidFill>
                  <a:schemeClr val="lt1"/>
                </a:solidFill>
                <a:latin typeface="Calibri"/>
              </a:endParaRPr>
            </a:p>
          </p:txBody>
        </p:sp>
        <p:sp>
          <p:nvSpPr>
            <p:cNvPr id="258" name="Полилиния 13"/>
            <p:cNvSpPr/>
            <p:nvPr/>
          </p:nvSpPr>
          <p:spPr bwMode="auto">
            <a:xfrm>
              <a:off x="-9360" y="-3240"/>
              <a:ext cx="316800" cy="3966840"/>
            </a:xfrm>
            <a:custGeom>
              <a:avLst/>
              <a:gdLst>
                <a:gd name="textAreaLeft" fmla="*/ 0 w 316800"/>
                <a:gd name="textAreaRight" fmla="*/ 318600 w 316800"/>
                <a:gd name="textAreaTop" fmla="*/ 0 h 3966840"/>
                <a:gd name="textAreaBottom" fmla="*/ 3968640 h 3966840"/>
              </a:gdLst>
              <a:ahLst/>
              <a:cxnLst/>
              <a:rect l="textAreaLeft" t="textAreaTop" r="textAreaRight" b="textAreaBottom"/>
              <a:pathLst>
                <a:path w="238919" h="2976561" fill="norm" stroke="1" extrusionOk="0">
                  <a:moveTo>
                    <a:pt x="0" y="2976561"/>
                  </a:moveTo>
                  <a:lnTo>
                    <a:pt x="238919" y="2616170"/>
                  </a:lnTo>
                  <a:cubicBezTo>
                    <a:pt x="238654" y="1744113"/>
                    <a:pt x="238390" y="872057"/>
                    <a:pt x="238125" y="0"/>
                  </a:cubicBezTo>
                </a:path>
              </a:pathLst>
            </a:custGeom>
            <a:noFill/>
            <a:ln>
              <a:solidFill>
                <a:srgbClr val="004D4D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tIns="45000" rIns="90000" bIns="45000" anchor="ctr">
              <a:noAutofit/>
            </a:bodyPr>
            <a:p>
              <a:pPr algn="ctr" defTabSz="1218960">
                <a:lnSpc>
                  <a:spcPct val="100000"/>
                </a:lnSpc>
                <a:defRPr/>
              </a:pPr>
              <a:endParaRPr lang="ru-RU" sz="2400" b="0" u="none" strike="noStrike">
                <a:solidFill>
                  <a:schemeClr val="lt1"/>
                </a:solidFill>
                <a:latin typeface="Calibri"/>
              </a:endParaRPr>
            </a:p>
          </p:txBody>
        </p:sp>
      </p:grpSp>
      <p:sp>
        <p:nvSpPr>
          <p:cNvPr id="557689934" name="PlaceHolder 1"/>
          <p:cNvSpPr>
            <a:spLocks noGrp="1"/>
          </p:cNvSpPr>
          <p:nvPr>
            <p:ph type="ftr" idx="79"/>
          </p:nvPr>
        </p:nvSpPr>
        <p:spPr bwMode="auto">
          <a:xfrm>
            <a:off x="3453480" y="6356520"/>
            <a:ext cx="5280120" cy="363240"/>
          </a:xfrm>
          <a:prstGeom prst="rect">
            <a:avLst/>
          </a:prstGeom>
          <a:noFill/>
          <a:ln w="0">
            <a:noFill/>
          </a:ln>
        </p:spPr>
        <p:txBody>
          <a:bodyPr lIns="122040" tIns="60840" rIns="122040" bIns="6084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en-US" sz="1400" b="0" u="none" strike="noStrike">
                <a:solidFill>
                  <a:srgbClr val="FFFFFF"/>
                </a:solidFill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  <a:defRPr/>
            </a:pPr>
            <a:r>
              <a:rPr lang="en-US" sz="1400" b="0" u="none" strike="noStrike">
                <a:solidFill>
                  <a:srgbClr val="FFFFFF"/>
                </a:solidFill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665039745" name="PlaceHolder 2"/>
          <p:cNvSpPr>
            <a:spLocks noGrp="1"/>
          </p:cNvSpPr>
          <p:nvPr>
            <p:ph type="sldNum" idx="80"/>
          </p:nvPr>
        </p:nvSpPr>
        <p:spPr bwMode="auto">
          <a:xfrm>
            <a:off x="10563480" y="6356520"/>
            <a:ext cx="1013760" cy="363240"/>
          </a:xfrm>
          <a:prstGeom prst="rect">
            <a:avLst/>
          </a:prstGeom>
          <a:noFill/>
          <a:ln w="0">
            <a:noFill/>
          </a:ln>
        </p:spPr>
        <p:txBody>
          <a:bodyPr lIns="122040" tIns="60840" rIns="122040" bIns="60840" anchor="ctr">
            <a:noAutofit/>
          </a:bodyPr>
          <a:lstStyle>
            <a:lvl1pPr indent="0" defTabSz="1218960">
              <a:lnSpc>
                <a:spcPct val="100000"/>
              </a:lnSpc>
              <a:buNone/>
              <a:tabLst>
                <a:tab pos="0" algn="l"/>
              </a:tabLst>
              <a:defRPr lang="ru-RU" sz="1200" b="0" u="none" strike="noStrike">
                <a:solidFill>
                  <a:schemeClr val="lt1">
                    <a:tint val="75000"/>
                  </a:schemeClr>
                </a:solidFill>
                <a:latin typeface="Calibri"/>
              </a:defRPr>
            </a:lvl1pPr>
          </a:lstStyle>
          <a:p>
            <a:pPr indent="0" defTabSz="1218960">
              <a:lnSpc>
                <a:spcPct val="100000"/>
              </a:lnSpc>
              <a:buNone/>
              <a:tabLst>
                <a:tab pos="0" algn="l"/>
              </a:tabLst>
              <a:defRPr/>
            </a:pPr>
            <a:fld id="{C96E6696-FD31-476C-9E85-F4836E3FE9AC}" type="slidenum">
              <a:rPr lang="ru-RU" sz="1200" b="0" u="none" strike="noStrike">
                <a:solidFill>
                  <a:schemeClr val="lt1">
                    <a:tint val="75000"/>
                  </a:schemeClr>
                </a:solidFill>
                <a:latin typeface="Calibri"/>
              </a:rPr>
              <a:t>&lt;number&gt;</a:t>
            </a:fld>
            <a:endParaRPr lang="en-US" sz="1200" b="0" u="none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911724372" name="PlaceHolder 3"/>
          <p:cNvSpPr>
            <a:spLocks noGrp="1"/>
          </p:cNvSpPr>
          <p:nvPr>
            <p:ph type="dt" idx="81"/>
          </p:nvPr>
        </p:nvSpPr>
        <p:spPr bwMode="auto">
          <a:xfrm>
            <a:off x="1218960" y="6356520"/>
            <a:ext cx="2232720" cy="363240"/>
          </a:xfrm>
          <a:prstGeom prst="rect">
            <a:avLst/>
          </a:prstGeom>
          <a:noFill/>
          <a:ln w="0">
            <a:noFill/>
          </a:ln>
        </p:spPr>
        <p:txBody>
          <a:bodyPr lIns="122040" tIns="60840" rIns="122040" bIns="60840" anchor="ctr">
            <a:noAutofit/>
          </a:bodyPr>
          <a:lstStyle>
            <a:lvl1pPr indent="0">
              <a:buNone/>
              <a:defRPr lang="en-US" sz="1400" b="0" u="none" strike="noStrike">
                <a:solidFill>
                  <a:srgbClr val="FFFFFF"/>
                </a:solidFill>
                <a:latin typeface="Times New Roman"/>
              </a:defRPr>
            </a:lvl1pPr>
          </a:lstStyle>
          <a:p>
            <a:pPr indent="0">
              <a:buNone/>
              <a:defRPr/>
            </a:pPr>
            <a:r>
              <a:rPr lang="en-US" sz="1400" b="0" u="none" strike="noStrike">
                <a:solidFill>
                  <a:srgbClr val="FFFFFF"/>
                </a:solidFill>
                <a:latin typeface="Times New Roman"/>
              </a:rPr>
              <a:t>&lt;date/time&gt;</a:t>
            </a:r>
            <a:endParaRPr lang="en-US" sz="1400" b="0" u="none" strike="noStrike">
              <a:solidFill>
                <a:srgbClr val="FFFFFF"/>
              </a:solidFill>
              <a:latin typeface="Times New Roman"/>
            </a:endParaRPr>
          </a:p>
        </p:txBody>
      </p:sp>
    </p:spTree>
  </p:cSld>
  <p:clrMap bg1="dk1" tx1="lt1" bg2="dk2" tx2="lt2" accent1="accent1" accent2="accent2" accent3="accent3" accent4="accent4" accent5="accent5" accent6="accent6" hlink="hlink" folHlink="folHlink"/>
  <p:sldLayoutIdLst>
    <p:sldLayoutId id="2147483699" r:id="rId1"/>
  </p:sldLayoutIdLst>
</p:sldMaster>
</file>

<file path=ppt/slideMasters/slideMaster27.xml><?xml version="1.0" encoding="utf-8"?>
<p:sld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preserve="0">
  <p:cSld name="">
    <p:bg>
      <p:bgPr shadeToTitle="0">
        <a:gradFill rotWithShape="0">
          <a:gsLst>
            <a:gs pos="0">
              <a:srgbClr val="000000"/>
            </a:gs>
            <a:gs pos="85000">
              <a:srgbClr val="0E1830"/>
            </a:gs>
            <a:gs pos="100000">
              <a:srgbClr val="142141"/>
            </a:gs>
          </a:gsLst>
          <a:lin ang="3600000" scaled="1"/>
        </a:gra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grpSp>
        <p:nvGrpSpPr>
          <p:cNvPr id="2105268744" name="линии слева"/>
          <p:cNvGrpSpPr/>
          <p:nvPr/>
        </p:nvGrpSpPr>
        <p:grpSpPr bwMode="auto">
          <a:xfrm>
            <a:off x="-15840" y="-3240"/>
            <a:ext cx="818280" cy="5227560"/>
            <a:chOff x="-15840" y="-3240"/>
            <a:chExt cx="818280" cy="5227560"/>
          </a:xfrm>
        </p:grpSpPr>
        <p:sp>
          <p:nvSpPr>
            <p:cNvPr id="263" name="Полилиния 9"/>
            <p:cNvSpPr/>
            <p:nvPr/>
          </p:nvSpPr>
          <p:spPr bwMode="auto">
            <a:xfrm>
              <a:off x="-12600" y="0"/>
              <a:ext cx="815040" cy="5224320"/>
            </a:xfrm>
            <a:custGeom>
              <a:avLst/>
              <a:gdLst>
                <a:gd name="textAreaLeft" fmla="*/ 0 w 815040"/>
                <a:gd name="textAreaRight" fmla="*/ 816840 w 815040"/>
                <a:gd name="textAreaTop" fmla="*/ 0 h 5224320"/>
                <a:gd name="textAreaBottom" fmla="*/ 5226120 h 5224320"/>
              </a:gdLst>
              <a:ahLst/>
              <a:cxnLst/>
              <a:rect l="textAreaLeft" t="textAreaTop" r="textAreaRight" b="textAreaBottom"/>
              <a:pathLst>
                <a:path w="612775" h="3919538" fill="norm" stroke="1" extrusionOk="0">
                  <a:moveTo>
                    <a:pt x="0" y="3919538"/>
                  </a:moveTo>
                  <a:lnTo>
                    <a:pt x="612775" y="2984500"/>
                  </a:lnTo>
                  <a:lnTo>
                    <a:pt x="612775" y="0"/>
                  </a:lnTo>
                </a:path>
              </a:pathLst>
            </a:custGeom>
            <a:noFill/>
            <a:ln w="38100">
              <a:solidFill>
                <a:srgbClr val="007373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tIns="45000" rIns="90000" bIns="45000" anchor="ctr">
              <a:noAutofit/>
            </a:bodyPr>
            <a:p>
              <a:pPr algn="ctr" defTabSz="1218960">
                <a:lnSpc>
                  <a:spcPct val="100000"/>
                </a:lnSpc>
                <a:defRPr/>
              </a:pPr>
              <a:endParaRPr lang="ru-RU" sz="2400" b="0" u="none" strike="noStrike">
                <a:solidFill>
                  <a:schemeClr val="lt1"/>
                </a:solidFill>
                <a:latin typeface="Calibri"/>
              </a:endParaRPr>
            </a:p>
          </p:txBody>
        </p:sp>
        <p:sp>
          <p:nvSpPr>
            <p:cNvPr id="264" name="Полилиния 10"/>
            <p:cNvSpPr/>
            <p:nvPr/>
          </p:nvSpPr>
          <p:spPr bwMode="auto">
            <a:xfrm>
              <a:off x="-15840" y="0"/>
              <a:ext cx="545760" cy="4560840"/>
            </a:xfrm>
            <a:custGeom>
              <a:avLst/>
              <a:gdLst>
                <a:gd name="textAreaLeft" fmla="*/ 0 w 545760"/>
                <a:gd name="textAreaRight" fmla="*/ 547560 w 545760"/>
                <a:gd name="textAreaTop" fmla="*/ 0 h 4560840"/>
                <a:gd name="textAreaBottom" fmla="*/ 4562640 h 4560840"/>
              </a:gdLst>
              <a:ahLst/>
              <a:cxnLst/>
              <a:rect l="textAreaLeft" t="textAreaTop" r="textAreaRight" b="textAreaBottom"/>
              <a:pathLst>
                <a:path w="410751" h="3421856" fill="norm" stroke="1" extrusionOk="0">
                  <a:moveTo>
                    <a:pt x="0" y="3421856"/>
                  </a:moveTo>
                  <a:lnTo>
                    <a:pt x="410751" y="2798680"/>
                  </a:lnTo>
                  <a:lnTo>
                    <a:pt x="409575" y="0"/>
                  </a:lnTo>
                </a:path>
              </a:pathLst>
            </a:custGeom>
            <a:noFill/>
            <a:ln w="28575">
              <a:solidFill>
                <a:srgbClr val="007373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tIns="45000" rIns="90000" bIns="45000" anchor="ctr">
              <a:noAutofit/>
            </a:bodyPr>
            <a:p>
              <a:pPr algn="ctr" defTabSz="1218960">
                <a:lnSpc>
                  <a:spcPct val="100000"/>
                </a:lnSpc>
                <a:defRPr/>
              </a:pPr>
              <a:endParaRPr lang="ru-RU" sz="2400" b="0" u="none" strike="noStrike">
                <a:solidFill>
                  <a:schemeClr val="lt1"/>
                </a:solidFill>
                <a:latin typeface="Calibri"/>
              </a:endParaRPr>
            </a:p>
          </p:txBody>
        </p:sp>
        <p:sp>
          <p:nvSpPr>
            <p:cNvPr id="265" name="Полилиния 13"/>
            <p:cNvSpPr/>
            <p:nvPr/>
          </p:nvSpPr>
          <p:spPr bwMode="auto">
            <a:xfrm>
              <a:off x="-9360" y="-3240"/>
              <a:ext cx="316800" cy="3966840"/>
            </a:xfrm>
            <a:custGeom>
              <a:avLst/>
              <a:gdLst>
                <a:gd name="textAreaLeft" fmla="*/ 0 w 316800"/>
                <a:gd name="textAreaRight" fmla="*/ 318600 w 316800"/>
                <a:gd name="textAreaTop" fmla="*/ 0 h 3966840"/>
                <a:gd name="textAreaBottom" fmla="*/ 3968640 h 3966840"/>
              </a:gdLst>
              <a:ahLst/>
              <a:cxnLst/>
              <a:rect l="textAreaLeft" t="textAreaTop" r="textAreaRight" b="textAreaBottom"/>
              <a:pathLst>
                <a:path w="238919" h="2976561" fill="norm" stroke="1" extrusionOk="0">
                  <a:moveTo>
                    <a:pt x="0" y="2976561"/>
                  </a:moveTo>
                  <a:lnTo>
                    <a:pt x="238919" y="2616170"/>
                  </a:lnTo>
                  <a:cubicBezTo>
                    <a:pt x="238654" y="1744113"/>
                    <a:pt x="238390" y="872057"/>
                    <a:pt x="238125" y="0"/>
                  </a:cubicBezTo>
                </a:path>
              </a:pathLst>
            </a:custGeom>
            <a:noFill/>
            <a:ln>
              <a:solidFill>
                <a:srgbClr val="004D4D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tIns="45000" rIns="90000" bIns="45000" anchor="ctr">
              <a:noAutofit/>
            </a:bodyPr>
            <a:p>
              <a:pPr algn="ctr" defTabSz="1218960">
                <a:lnSpc>
                  <a:spcPct val="100000"/>
                </a:lnSpc>
                <a:defRPr/>
              </a:pPr>
              <a:endParaRPr lang="ru-RU" sz="2400" b="0" u="none" strike="noStrike">
                <a:solidFill>
                  <a:schemeClr val="lt1"/>
                </a:solidFill>
                <a:latin typeface="Calibri"/>
              </a:endParaRPr>
            </a:p>
          </p:txBody>
        </p:sp>
      </p:grpSp>
      <p:sp>
        <p:nvSpPr>
          <p:cNvPr id="591035279" name="PlaceHolder 1"/>
          <p:cNvSpPr>
            <a:spLocks noGrp="1"/>
          </p:cNvSpPr>
          <p:nvPr>
            <p:ph type="title"/>
          </p:nvPr>
        </p:nvSpPr>
        <p:spPr bwMode="auto">
          <a:xfrm>
            <a:off x="609120" y="273600"/>
            <a:ext cx="10969200" cy="11444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p>
            <a:pPr indent="0">
              <a:buNone/>
              <a:defRPr/>
            </a:pPr>
            <a:r>
              <a:rPr lang="en-US" sz="1800" b="0" u="none" strike="noStrike">
                <a:solidFill>
                  <a:srgbClr val="FFFFFF"/>
                </a:solidFill>
                <a:latin typeface="Arial"/>
              </a:rPr>
              <a:t>Click to edit the title text format</a:t>
            </a:r>
            <a:endParaRPr lang="en-US" sz="1800" b="0" u="none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23263419" name="PlaceHolder 2"/>
          <p:cNvSpPr>
            <a:spLocks noGrp="1"/>
          </p:cNvSpPr>
          <p:nvPr>
            <p:ph type="ftr" idx="82"/>
          </p:nvPr>
        </p:nvSpPr>
        <p:spPr bwMode="auto">
          <a:xfrm>
            <a:off x="3453480" y="6356520"/>
            <a:ext cx="5280120" cy="363240"/>
          </a:xfrm>
          <a:prstGeom prst="rect">
            <a:avLst/>
          </a:prstGeom>
          <a:noFill/>
          <a:ln w="0">
            <a:noFill/>
          </a:ln>
        </p:spPr>
        <p:txBody>
          <a:bodyPr lIns="122040" tIns="60840" rIns="122040" bIns="6084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en-US" sz="1400" b="0" u="none" strike="noStrike">
                <a:solidFill>
                  <a:srgbClr val="FFFFFF"/>
                </a:solidFill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  <a:defRPr/>
            </a:pPr>
            <a:r>
              <a:rPr lang="en-US" sz="1400" b="0" u="none" strike="noStrike">
                <a:solidFill>
                  <a:srgbClr val="FFFFFF"/>
                </a:solidFill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895114207" name="PlaceHolder 3"/>
          <p:cNvSpPr>
            <a:spLocks noGrp="1"/>
          </p:cNvSpPr>
          <p:nvPr>
            <p:ph type="sldNum" idx="83"/>
          </p:nvPr>
        </p:nvSpPr>
        <p:spPr bwMode="auto">
          <a:xfrm>
            <a:off x="10563480" y="6356520"/>
            <a:ext cx="1013760" cy="363240"/>
          </a:xfrm>
          <a:prstGeom prst="rect">
            <a:avLst/>
          </a:prstGeom>
          <a:noFill/>
          <a:ln w="0">
            <a:noFill/>
          </a:ln>
        </p:spPr>
        <p:txBody>
          <a:bodyPr lIns="122040" tIns="60840" rIns="122040" bIns="60840" anchor="ctr">
            <a:noAutofit/>
          </a:bodyPr>
          <a:lstStyle>
            <a:lvl1pPr indent="0" defTabSz="1218960">
              <a:lnSpc>
                <a:spcPct val="100000"/>
              </a:lnSpc>
              <a:buNone/>
              <a:tabLst>
                <a:tab pos="0" algn="l"/>
              </a:tabLst>
              <a:defRPr lang="ru-RU" sz="1200" b="0" u="none" strike="noStrike">
                <a:solidFill>
                  <a:schemeClr val="lt1">
                    <a:tint val="75000"/>
                  </a:schemeClr>
                </a:solidFill>
                <a:latin typeface="Calibri"/>
              </a:defRPr>
            </a:lvl1pPr>
          </a:lstStyle>
          <a:p>
            <a:pPr indent="0" defTabSz="1218960">
              <a:lnSpc>
                <a:spcPct val="100000"/>
              </a:lnSpc>
              <a:buNone/>
              <a:tabLst>
                <a:tab pos="0" algn="l"/>
              </a:tabLst>
              <a:defRPr/>
            </a:pPr>
            <a:fld id="{E5042ED9-6CB0-4C2C-ABE3-BC6E4D84D584}" type="slidenum">
              <a:rPr lang="ru-RU" sz="1200" b="0" u="none" strike="noStrike">
                <a:solidFill>
                  <a:schemeClr val="lt1">
                    <a:tint val="75000"/>
                  </a:schemeClr>
                </a:solidFill>
                <a:latin typeface="Calibri"/>
              </a:rPr>
              <a:t>&lt;number&gt;</a:t>
            </a:fld>
            <a:endParaRPr lang="en-US" sz="1200" b="0" u="none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153501927" name="PlaceHolder 4"/>
          <p:cNvSpPr>
            <a:spLocks noGrp="1"/>
          </p:cNvSpPr>
          <p:nvPr>
            <p:ph type="dt" idx="84"/>
          </p:nvPr>
        </p:nvSpPr>
        <p:spPr bwMode="auto">
          <a:xfrm>
            <a:off x="1218960" y="6356520"/>
            <a:ext cx="2232720" cy="363240"/>
          </a:xfrm>
          <a:prstGeom prst="rect">
            <a:avLst/>
          </a:prstGeom>
          <a:noFill/>
          <a:ln w="0">
            <a:noFill/>
          </a:ln>
        </p:spPr>
        <p:txBody>
          <a:bodyPr lIns="122040" tIns="60840" rIns="122040" bIns="60840" anchor="ctr">
            <a:noAutofit/>
          </a:bodyPr>
          <a:lstStyle>
            <a:lvl1pPr indent="0">
              <a:buNone/>
              <a:defRPr lang="en-US" sz="1400" b="0" u="none" strike="noStrike">
                <a:solidFill>
                  <a:srgbClr val="FFFFFF"/>
                </a:solidFill>
                <a:latin typeface="Times New Roman"/>
              </a:defRPr>
            </a:lvl1pPr>
          </a:lstStyle>
          <a:p>
            <a:pPr indent="0">
              <a:buNone/>
              <a:defRPr/>
            </a:pPr>
            <a:r>
              <a:rPr lang="en-US" sz="1400" b="0" u="none" strike="noStrike">
                <a:solidFill>
                  <a:srgbClr val="FFFFFF"/>
                </a:solidFill>
                <a:latin typeface="Times New Roman"/>
              </a:rPr>
              <a:t>&lt;date/time&gt;</a:t>
            </a:r>
            <a:endParaRPr lang="en-US" sz="1400" b="0" u="none" strike="noStrike">
              <a:solidFill>
                <a:srgbClr val="FFFFFF"/>
              </a:solidFill>
              <a:latin typeface="Times New Roman"/>
            </a:endParaRPr>
          </a:p>
        </p:txBody>
      </p:sp>
    </p:spTree>
  </p:cSld>
  <p:clrMap bg1="dk1" tx1="lt1" bg2="dk2" tx2="lt2" accent1="accent1" accent2="accent2" accent3="accent3" accent4="accent4" accent5="accent5" accent6="accent6" hlink="hlink" folHlink="folHlink"/>
  <p:sldLayoutIdLst>
    <p:sldLayoutId id="2147483701" r:id="rId1"/>
  </p:sldLayoutIdLst>
</p:sldMaster>
</file>

<file path=ppt/slideMasters/slideMaster28.xml><?xml version="1.0" encoding="utf-8"?>
<p:sld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preserve="0">
  <p:cSld name="">
    <p:bg>
      <p:bgPr shadeToTitle="0">
        <a:gradFill rotWithShape="0">
          <a:gsLst>
            <a:gs pos="0">
              <a:srgbClr val="000000"/>
            </a:gs>
            <a:gs pos="85000">
              <a:srgbClr val="0E1830"/>
            </a:gs>
            <a:gs pos="100000">
              <a:srgbClr val="142141"/>
            </a:gs>
          </a:gsLst>
          <a:lin ang="3600000" scaled="1"/>
        </a:gra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grpSp>
        <p:nvGrpSpPr>
          <p:cNvPr id="1081034219" name="линии слева"/>
          <p:cNvGrpSpPr/>
          <p:nvPr/>
        </p:nvGrpSpPr>
        <p:grpSpPr bwMode="auto">
          <a:xfrm>
            <a:off x="-15840" y="-3240"/>
            <a:ext cx="818280" cy="5227560"/>
            <a:chOff x="-15840" y="-3240"/>
            <a:chExt cx="818280" cy="5227560"/>
          </a:xfrm>
        </p:grpSpPr>
        <p:sp>
          <p:nvSpPr>
            <p:cNvPr id="273" name="Полилиния 9"/>
            <p:cNvSpPr/>
            <p:nvPr/>
          </p:nvSpPr>
          <p:spPr bwMode="auto">
            <a:xfrm>
              <a:off x="-12600" y="0"/>
              <a:ext cx="815040" cy="5224320"/>
            </a:xfrm>
            <a:custGeom>
              <a:avLst/>
              <a:gdLst>
                <a:gd name="textAreaLeft" fmla="*/ 0 w 815040"/>
                <a:gd name="textAreaRight" fmla="*/ 816840 w 815040"/>
                <a:gd name="textAreaTop" fmla="*/ 0 h 5224320"/>
                <a:gd name="textAreaBottom" fmla="*/ 5226120 h 5224320"/>
              </a:gdLst>
              <a:ahLst/>
              <a:cxnLst/>
              <a:rect l="textAreaLeft" t="textAreaTop" r="textAreaRight" b="textAreaBottom"/>
              <a:pathLst>
                <a:path w="612775" h="3919538" fill="norm" stroke="1" extrusionOk="0">
                  <a:moveTo>
                    <a:pt x="0" y="3919538"/>
                  </a:moveTo>
                  <a:lnTo>
                    <a:pt x="612775" y="2984500"/>
                  </a:lnTo>
                  <a:lnTo>
                    <a:pt x="612775" y="0"/>
                  </a:lnTo>
                </a:path>
              </a:pathLst>
            </a:custGeom>
            <a:noFill/>
            <a:ln w="38100">
              <a:solidFill>
                <a:srgbClr val="007373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tIns="45000" rIns="90000" bIns="45000" anchor="ctr">
              <a:noAutofit/>
            </a:bodyPr>
            <a:p>
              <a:pPr algn="ctr" defTabSz="1218960">
                <a:lnSpc>
                  <a:spcPct val="100000"/>
                </a:lnSpc>
                <a:defRPr/>
              </a:pPr>
              <a:endParaRPr lang="ru-RU" sz="2400" b="0" u="none" strike="noStrike">
                <a:solidFill>
                  <a:schemeClr val="lt1"/>
                </a:solidFill>
                <a:latin typeface="Calibri"/>
              </a:endParaRPr>
            </a:p>
          </p:txBody>
        </p:sp>
        <p:sp>
          <p:nvSpPr>
            <p:cNvPr id="274" name="Полилиния 10"/>
            <p:cNvSpPr/>
            <p:nvPr/>
          </p:nvSpPr>
          <p:spPr bwMode="auto">
            <a:xfrm>
              <a:off x="-15840" y="0"/>
              <a:ext cx="545760" cy="4560840"/>
            </a:xfrm>
            <a:custGeom>
              <a:avLst/>
              <a:gdLst>
                <a:gd name="textAreaLeft" fmla="*/ 0 w 545760"/>
                <a:gd name="textAreaRight" fmla="*/ 547560 w 545760"/>
                <a:gd name="textAreaTop" fmla="*/ 0 h 4560840"/>
                <a:gd name="textAreaBottom" fmla="*/ 4562640 h 4560840"/>
              </a:gdLst>
              <a:ahLst/>
              <a:cxnLst/>
              <a:rect l="textAreaLeft" t="textAreaTop" r="textAreaRight" b="textAreaBottom"/>
              <a:pathLst>
                <a:path w="410751" h="3421856" fill="norm" stroke="1" extrusionOk="0">
                  <a:moveTo>
                    <a:pt x="0" y="3421856"/>
                  </a:moveTo>
                  <a:lnTo>
                    <a:pt x="410751" y="2798680"/>
                  </a:lnTo>
                  <a:lnTo>
                    <a:pt x="409575" y="0"/>
                  </a:lnTo>
                </a:path>
              </a:pathLst>
            </a:custGeom>
            <a:noFill/>
            <a:ln w="28575">
              <a:solidFill>
                <a:srgbClr val="007373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tIns="45000" rIns="90000" bIns="45000" anchor="ctr">
              <a:noAutofit/>
            </a:bodyPr>
            <a:p>
              <a:pPr algn="ctr" defTabSz="1218960">
                <a:lnSpc>
                  <a:spcPct val="100000"/>
                </a:lnSpc>
                <a:defRPr/>
              </a:pPr>
              <a:endParaRPr lang="ru-RU" sz="2400" b="0" u="none" strike="noStrike">
                <a:solidFill>
                  <a:schemeClr val="lt1"/>
                </a:solidFill>
                <a:latin typeface="Calibri"/>
              </a:endParaRPr>
            </a:p>
          </p:txBody>
        </p:sp>
        <p:sp>
          <p:nvSpPr>
            <p:cNvPr id="275" name="Полилиния 13"/>
            <p:cNvSpPr/>
            <p:nvPr/>
          </p:nvSpPr>
          <p:spPr bwMode="auto">
            <a:xfrm>
              <a:off x="-9360" y="-3240"/>
              <a:ext cx="316800" cy="3966840"/>
            </a:xfrm>
            <a:custGeom>
              <a:avLst/>
              <a:gdLst>
                <a:gd name="textAreaLeft" fmla="*/ 0 w 316800"/>
                <a:gd name="textAreaRight" fmla="*/ 318600 w 316800"/>
                <a:gd name="textAreaTop" fmla="*/ 0 h 3966840"/>
                <a:gd name="textAreaBottom" fmla="*/ 3968640 h 3966840"/>
              </a:gdLst>
              <a:ahLst/>
              <a:cxnLst/>
              <a:rect l="textAreaLeft" t="textAreaTop" r="textAreaRight" b="textAreaBottom"/>
              <a:pathLst>
                <a:path w="238919" h="2976561" fill="norm" stroke="1" extrusionOk="0">
                  <a:moveTo>
                    <a:pt x="0" y="2976561"/>
                  </a:moveTo>
                  <a:lnTo>
                    <a:pt x="238919" y="2616170"/>
                  </a:lnTo>
                  <a:cubicBezTo>
                    <a:pt x="238654" y="1744113"/>
                    <a:pt x="238390" y="872057"/>
                    <a:pt x="238125" y="0"/>
                  </a:cubicBezTo>
                </a:path>
              </a:pathLst>
            </a:custGeom>
            <a:noFill/>
            <a:ln>
              <a:solidFill>
                <a:srgbClr val="004D4D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tIns="45000" rIns="90000" bIns="45000" anchor="ctr">
              <a:noAutofit/>
            </a:bodyPr>
            <a:p>
              <a:pPr algn="ctr" defTabSz="1218960">
                <a:lnSpc>
                  <a:spcPct val="100000"/>
                </a:lnSpc>
                <a:defRPr/>
              </a:pPr>
              <a:endParaRPr lang="ru-RU" sz="2400" b="0" u="none" strike="noStrike">
                <a:solidFill>
                  <a:schemeClr val="lt1"/>
                </a:solidFill>
                <a:latin typeface="Calibri"/>
              </a:endParaRPr>
            </a:p>
          </p:txBody>
        </p:sp>
      </p:grpSp>
      <p:sp>
        <p:nvSpPr>
          <p:cNvPr id="2052455884" name="PlaceHolder 1"/>
          <p:cNvSpPr>
            <a:spLocks noGrp="1"/>
          </p:cNvSpPr>
          <p:nvPr>
            <p:ph type="title"/>
          </p:nvPr>
        </p:nvSpPr>
        <p:spPr bwMode="auto">
          <a:xfrm>
            <a:off x="609120" y="273600"/>
            <a:ext cx="10969200" cy="11444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p>
            <a:pPr indent="0">
              <a:buNone/>
              <a:defRPr/>
            </a:pPr>
            <a:r>
              <a:rPr lang="en-US" sz="1800" b="0" u="none" strike="noStrike">
                <a:solidFill>
                  <a:srgbClr val="FFFFFF"/>
                </a:solidFill>
                <a:latin typeface="Arial"/>
              </a:rPr>
              <a:t>Click to edit the title text format</a:t>
            </a:r>
            <a:endParaRPr lang="en-US" sz="1800" b="0" u="none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698900545" name="PlaceHolder 2"/>
          <p:cNvSpPr>
            <a:spLocks noGrp="1"/>
          </p:cNvSpPr>
          <p:nvPr>
            <p:ph type="ftr" idx="85"/>
          </p:nvPr>
        </p:nvSpPr>
        <p:spPr bwMode="auto">
          <a:xfrm>
            <a:off x="3453480" y="6356520"/>
            <a:ext cx="5280120" cy="363240"/>
          </a:xfrm>
          <a:prstGeom prst="rect">
            <a:avLst/>
          </a:prstGeom>
          <a:noFill/>
          <a:ln w="0">
            <a:noFill/>
          </a:ln>
        </p:spPr>
        <p:txBody>
          <a:bodyPr lIns="122040" tIns="60840" rIns="122040" bIns="6084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en-US" sz="1400" b="0" u="none" strike="noStrike">
                <a:solidFill>
                  <a:srgbClr val="FFFFFF"/>
                </a:solidFill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  <a:defRPr/>
            </a:pPr>
            <a:r>
              <a:rPr lang="en-US" sz="1400" b="0" u="none" strike="noStrike">
                <a:solidFill>
                  <a:srgbClr val="FFFFFF"/>
                </a:solidFill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5121113" name="PlaceHolder 3"/>
          <p:cNvSpPr>
            <a:spLocks noGrp="1"/>
          </p:cNvSpPr>
          <p:nvPr>
            <p:ph type="sldNum" idx="86"/>
          </p:nvPr>
        </p:nvSpPr>
        <p:spPr bwMode="auto">
          <a:xfrm>
            <a:off x="10563480" y="6356520"/>
            <a:ext cx="1013760" cy="363240"/>
          </a:xfrm>
          <a:prstGeom prst="rect">
            <a:avLst/>
          </a:prstGeom>
          <a:noFill/>
          <a:ln w="0">
            <a:noFill/>
          </a:ln>
        </p:spPr>
        <p:txBody>
          <a:bodyPr lIns="122040" tIns="60840" rIns="122040" bIns="60840" anchor="ctr">
            <a:noAutofit/>
          </a:bodyPr>
          <a:lstStyle>
            <a:lvl1pPr indent="0" defTabSz="1218960">
              <a:lnSpc>
                <a:spcPct val="100000"/>
              </a:lnSpc>
              <a:buNone/>
              <a:tabLst>
                <a:tab pos="0" algn="l"/>
              </a:tabLst>
              <a:defRPr lang="ru-RU" sz="1200" b="0" u="none" strike="noStrike">
                <a:solidFill>
                  <a:schemeClr val="lt1">
                    <a:tint val="75000"/>
                  </a:schemeClr>
                </a:solidFill>
                <a:latin typeface="Calibri"/>
              </a:defRPr>
            </a:lvl1pPr>
          </a:lstStyle>
          <a:p>
            <a:pPr indent="0" defTabSz="1218960">
              <a:lnSpc>
                <a:spcPct val="100000"/>
              </a:lnSpc>
              <a:buNone/>
              <a:tabLst>
                <a:tab pos="0" algn="l"/>
              </a:tabLst>
              <a:defRPr/>
            </a:pPr>
            <a:fld id="{0B7256DB-DDE3-43D7-9D0B-29A365740225}" type="slidenum">
              <a:rPr lang="ru-RU" sz="1200" b="0" u="none" strike="noStrike">
                <a:solidFill>
                  <a:schemeClr val="lt1">
                    <a:tint val="75000"/>
                  </a:schemeClr>
                </a:solidFill>
                <a:latin typeface="Calibri"/>
              </a:rPr>
              <a:t>&lt;number&gt;</a:t>
            </a:fld>
            <a:endParaRPr lang="en-US" sz="1200" b="0" u="none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242324230" name="PlaceHolder 4"/>
          <p:cNvSpPr>
            <a:spLocks noGrp="1"/>
          </p:cNvSpPr>
          <p:nvPr>
            <p:ph type="dt" idx="87"/>
          </p:nvPr>
        </p:nvSpPr>
        <p:spPr bwMode="auto">
          <a:xfrm>
            <a:off x="1218960" y="6356520"/>
            <a:ext cx="2232720" cy="363240"/>
          </a:xfrm>
          <a:prstGeom prst="rect">
            <a:avLst/>
          </a:prstGeom>
          <a:noFill/>
          <a:ln w="0">
            <a:noFill/>
          </a:ln>
        </p:spPr>
        <p:txBody>
          <a:bodyPr lIns="122040" tIns="60840" rIns="122040" bIns="60840" anchor="ctr">
            <a:noAutofit/>
          </a:bodyPr>
          <a:lstStyle>
            <a:lvl1pPr indent="0">
              <a:buNone/>
              <a:defRPr lang="en-US" sz="1400" b="0" u="none" strike="noStrike">
                <a:solidFill>
                  <a:srgbClr val="FFFFFF"/>
                </a:solidFill>
                <a:latin typeface="Times New Roman"/>
              </a:defRPr>
            </a:lvl1pPr>
          </a:lstStyle>
          <a:p>
            <a:pPr indent="0">
              <a:buNone/>
              <a:defRPr/>
            </a:pPr>
            <a:r>
              <a:rPr lang="en-US" sz="1400" b="0" u="none" strike="noStrike">
                <a:solidFill>
                  <a:srgbClr val="FFFFFF"/>
                </a:solidFill>
                <a:latin typeface="Times New Roman"/>
              </a:rPr>
              <a:t>&lt;date/time&gt;</a:t>
            </a:r>
            <a:endParaRPr lang="en-US" sz="1400" b="0" u="none" strike="noStrike">
              <a:solidFill>
                <a:srgbClr val="FFFFFF"/>
              </a:solidFill>
              <a:latin typeface="Times New Roman"/>
            </a:endParaRPr>
          </a:p>
        </p:txBody>
      </p:sp>
    </p:spTree>
  </p:cSld>
  <p:clrMap bg1="dk1" tx1="lt1" bg2="dk2" tx2="lt2" accent1="accent1" accent2="accent2" accent3="accent3" accent4="accent4" accent5="accent5" accent6="accent6" hlink="hlink" folHlink="folHlink"/>
  <p:sldLayoutIdLst>
    <p:sldLayoutId id="2147483703" r:id="rId1"/>
  </p:sldLayoutIdLst>
</p:sldMaster>
</file>

<file path=ppt/slideMasters/slideMaster29.xml><?xml version="1.0" encoding="utf-8"?>
<p:sld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preserve="0">
  <p:cSld name="">
    <p:bg>
      <p:bgPr shadeToTitle="0">
        <a:gradFill rotWithShape="0">
          <a:gsLst>
            <a:gs pos="0">
              <a:srgbClr val="000000"/>
            </a:gs>
            <a:gs pos="85000">
              <a:srgbClr val="0E1830"/>
            </a:gs>
            <a:gs pos="100000">
              <a:srgbClr val="142141"/>
            </a:gs>
          </a:gsLst>
          <a:lin ang="3600000" scaled="1"/>
        </a:gra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grpSp>
        <p:nvGrpSpPr>
          <p:cNvPr id="1598058224" name="линии слева"/>
          <p:cNvGrpSpPr/>
          <p:nvPr/>
        </p:nvGrpSpPr>
        <p:grpSpPr bwMode="auto">
          <a:xfrm>
            <a:off x="-15840" y="-3240"/>
            <a:ext cx="818280" cy="5227560"/>
            <a:chOff x="-15840" y="-3240"/>
            <a:chExt cx="818280" cy="5227560"/>
          </a:xfrm>
        </p:grpSpPr>
        <p:sp>
          <p:nvSpPr>
            <p:cNvPr id="282" name="Полилиния 9"/>
            <p:cNvSpPr/>
            <p:nvPr/>
          </p:nvSpPr>
          <p:spPr bwMode="auto">
            <a:xfrm>
              <a:off x="-12600" y="0"/>
              <a:ext cx="815040" cy="5224320"/>
            </a:xfrm>
            <a:custGeom>
              <a:avLst/>
              <a:gdLst>
                <a:gd name="textAreaLeft" fmla="*/ 0 w 815040"/>
                <a:gd name="textAreaRight" fmla="*/ 816840 w 815040"/>
                <a:gd name="textAreaTop" fmla="*/ 0 h 5224320"/>
                <a:gd name="textAreaBottom" fmla="*/ 5226120 h 5224320"/>
              </a:gdLst>
              <a:ahLst/>
              <a:cxnLst/>
              <a:rect l="textAreaLeft" t="textAreaTop" r="textAreaRight" b="textAreaBottom"/>
              <a:pathLst>
                <a:path w="612775" h="3919538" fill="norm" stroke="1" extrusionOk="0">
                  <a:moveTo>
                    <a:pt x="0" y="3919538"/>
                  </a:moveTo>
                  <a:lnTo>
                    <a:pt x="612775" y="2984500"/>
                  </a:lnTo>
                  <a:lnTo>
                    <a:pt x="612775" y="0"/>
                  </a:lnTo>
                </a:path>
              </a:pathLst>
            </a:custGeom>
            <a:noFill/>
            <a:ln w="38100">
              <a:solidFill>
                <a:srgbClr val="007373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tIns="45000" rIns="90000" bIns="45000" anchor="ctr">
              <a:noAutofit/>
            </a:bodyPr>
            <a:p>
              <a:pPr algn="ctr" defTabSz="1218960">
                <a:lnSpc>
                  <a:spcPct val="100000"/>
                </a:lnSpc>
                <a:defRPr/>
              </a:pPr>
              <a:endParaRPr lang="ru-RU" sz="2400" b="0" u="none" strike="noStrike">
                <a:solidFill>
                  <a:schemeClr val="lt1"/>
                </a:solidFill>
                <a:latin typeface="Calibri"/>
              </a:endParaRPr>
            </a:p>
          </p:txBody>
        </p:sp>
        <p:sp>
          <p:nvSpPr>
            <p:cNvPr id="283" name="Полилиния 10"/>
            <p:cNvSpPr/>
            <p:nvPr/>
          </p:nvSpPr>
          <p:spPr bwMode="auto">
            <a:xfrm>
              <a:off x="-15840" y="0"/>
              <a:ext cx="545760" cy="4560840"/>
            </a:xfrm>
            <a:custGeom>
              <a:avLst/>
              <a:gdLst>
                <a:gd name="textAreaLeft" fmla="*/ 0 w 545760"/>
                <a:gd name="textAreaRight" fmla="*/ 547560 w 545760"/>
                <a:gd name="textAreaTop" fmla="*/ 0 h 4560840"/>
                <a:gd name="textAreaBottom" fmla="*/ 4562640 h 4560840"/>
              </a:gdLst>
              <a:ahLst/>
              <a:cxnLst/>
              <a:rect l="textAreaLeft" t="textAreaTop" r="textAreaRight" b="textAreaBottom"/>
              <a:pathLst>
                <a:path w="410751" h="3421856" fill="norm" stroke="1" extrusionOk="0">
                  <a:moveTo>
                    <a:pt x="0" y="3421856"/>
                  </a:moveTo>
                  <a:lnTo>
                    <a:pt x="410751" y="2798680"/>
                  </a:lnTo>
                  <a:lnTo>
                    <a:pt x="409575" y="0"/>
                  </a:lnTo>
                </a:path>
              </a:pathLst>
            </a:custGeom>
            <a:noFill/>
            <a:ln w="28575">
              <a:solidFill>
                <a:srgbClr val="007373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tIns="45000" rIns="90000" bIns="45000" anchor="ctr">
              <a:noAutofit/>
            </a:bodyPr>
            <a:p>
              <a:pPr algn="ctr" defTabSz="1218960">
                <a:lnSpc>
                  <a:spcPct val="100000"/>
                </a:lnSpc>
                <a:defRPr/>
              </a:pPr>
              <a:endParaRPr lang="ru-RU" sz="2400" b="0" u="none" strike="noStrike">
                <a:solidFill>
                  <a:schemeClr val="lt1"/>
                </a:solidFill>
                <a:latin typeface="Calibri"/>
              </a:endParaRPr>
            </a:p>
          </p:txBody>
        </p:sp>
        <p:sp>
          <p:nvSpPr>
            <p:cNvPr id="284" name="Полилиния 13"/>
            <p:cNvSpPr/>
            <p:nvPr/>
          </p:nvSpPr>
          <p:spPr bwMode="auto">
            <a:xfrm>
              <a:off x="-9360" y="-3240"/>
              <a:ext cx="316800" cy="3966840"/>
            </a:xfrm>
            <a:custGeom>
              <a:avLst/>
              <a:gdLst>
                <a:gd name="textAreaLeft" fmla="*/ 0 w 316800"/>
                <a:gd name="textAreaRight" fmla="*/ 318600 w 316800"/>
                <a:gd name="textAreaTop" fmla="*/ 0 h 3966840"/>
                <a:gd name="textAreaBottom" fmla="*/ 3968640 h 3966840"/>
              </a:gdLst>
              <a:ahLst/>
              <a:cxnLst/>
              <a:rect l="textAreaLeft" t="textAreaTop" r="textAreaRight" b="textAreaBottom"/>
              <a:pathLst>
                <a:path w="238919" h="2976561" fill="norm" stroke="1" extrusionOk="0">
                  <a:moveTo>
                    <a:pt x="0" y="2976561"/>
                  </a:moveTo>
                  <a:lnTo>
                    <a:pt x="238919" y="2616170"/>
                  </a:lnTo>
                  <a:cubicBezTo>
                    <a:pt x="238654" y="1744113"/>
                    <a:pt x="238390" y="872057"/>
                    <a:pt x="238125" y="0"/>
                  </a:cubicBezTo>
                </a:path>
              </a:pathLst>
            </a:custGeom>
            <a:noFill/>
            <a:ln>
              <a:solidFill>
                <a:srgbClr val="004D4D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tIns="45000" rIns="90000" bIns="45000" anchor="ctr">
              <a:noAutofit/>
            </a:bodyPr>
            <a:p>
              <a:pPr algn="ctr" defTabSz="1218960">
                <a:lnSpc>
                  <a:spcPct val="100000"/>
                </a:lnSpc>
                <a:defRPr/>
              </a:pPr>
              <a:endParaRPr lang="ru-RU" sz="2400" b="0" u="none" strike="noStrike">
                <a:solidFill>
                  <a:schemeClr val="lt1"/>
                </a:solidFill>
                <a:latin typeface="Calibri"/>
              </a:endParaRPr>
            </a:p>
          </p:txBody>
        </p:sp>
      </p:grpSp>
      <p:sp>
        <p:nvSpPr>
          <p:cNvPr id="2029885373" name="PlaceHolder 1"/>
          <p:cNvSpPr>
            <a:spLocks noGrp="1"/>
          </p:cNvSpPr>
          <p:nvPr>
            <p:ph type="title"/>
          </p:nvPr>
        </p:nvSpPr>
        <p:spPr bwMode="auto">
          <a:xfrm>
            <a:off x="609120" y="273600"/>
            <a:ext cx="10969200" cy="11444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p>
            <a:pPr indent="0">
              <a:buNone/>
              <a:defRPr/>
            </a:pPr>
            <a:r>
              <a:rPr lang="en-US" sz="1800" b="0" u="none" strike="noStrike">
                <a:solidFill>
                  <a:srgbClr val="FFFFFF"/>
                </a:solidFill>
                <a:latin typeface="Arial"/>
              </a:rPr>
              <a:t>Click to edit the title text format</a:t>
            </a:r>
            <a:endParaRPr lang="en-US" sz="1800" b="0" u="none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98118762" name="PlaceHolder 2"/>
          <p:cNvSpPr>
            <a:spLocks noGrp="1"/>
          </p:cNvSpPr>
          <p:nvPr>
            <p:ph type="body"/>
          </p:nvPr>
        </p:nvSpPr>
        <p:spPr bwMode="auto">
          <a:xfrm>
            <a:off x="609120" y="1604520"/>
            <a:ext cx="5352480" cy="39769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FFFFFF"/>
              </a:buClr>
              <a:buSzPct val="45000"/>
              <a:buFont typeface="Wingdings"/>
              <a:buChar char=""/>
              <a:defRPr/>
            </a:pPr>
            <a:r>
              <a:rPr lang="en-US" sz="1800" b="0" u="none" strike="noStrike">
                <a:solidFill>
                  <a:srgbClr val="FFFFFF"/>
                </a:solidFill>
                <a:latin typeface="Arial"/>
              </a:rPr>
              <a:t>Click to edit the outline text format</a:t>
            </a:r>
            <a:endParaRPr lang="en-US" sz="1800" b="0" u="none" strike="noStrike">
              <a:solidFill>
                <a:srgbClr val="FFFFFF"/>
              </a:solidFill>
              <a:latin typeface="Arial"/>
            </a:endParaRPr>
          </a:p>
          <a:p>
            <a:pPr marL="864000" lvl="1" indent="-324000">
              <a:spcBef>
                <a:spcPts val="1134"/>
              </a:spcBef>
              <a:buClr>
                <a:srgbClr val="FFFFFF"/>
              </a:buClr>
              <a:buSzPct val="75000"/>
              <a:buFont typeface="Symbol"/>
              <a:buChar char=""/>
              <a:defRPr/>
            </a:pPr>
            <a:r>
              <a:rPr lang="en-US" sz="1800" b="0" u="none" strike="noStrike">
                <a:solidFill>
                  <a:srgbClr val="FFFFFF"/>
                </a:solidFill>
                <a:latin typeface="Arial"/>
              </a:rPr>
              <a:t>Second Outline Level</a:t>
            </a:r>
            <a:endParaRPr lang="en-US" sz="1800" b="0" u="none" strike="noStrike">
              <a:solidFill>
                <a:srgbClr val="FFFFFF"/>
              </a:solidFill>
              <a:latin typeface="Arial"/>
            </a:endParaRPr>
          </a:p>
          <a:p>
            <a:pPr marL="1296000" lvl="2" indent="-288000">
              <a:spcBef>
                <a:spcPts val="850"/>
              </a:spcBef>
              <a:buClr>
                <a:srgbClr val="FFFFFF"/>
              </a:buClr>
              <a:buSzPct val="45000"/>
              <a:buFont typeface="Wingdings"/>
              <a:buChar char=""/>
              <a:defRPr/>
            </a:pPr>
            <a:r>
              <a:rPr lang="en-US" sz="1800" b="0" u="none" strike="noStrike">
                <a:solidFill>
                  <a:srgbClr val="FFFFFF"/>
                </a:solidFill>
                <a:latin typeface="Arial"/>
              </a:rPr>
              <a:t>Third Outline Level</a:t>
            </a:r>
            <a:endParaRPr lang="en-US" sz="1800" b="0" u="none" strike="noStrike">
              <a:solidFill>
                <a:srgbClr val="FFFFFF"/>
              </a:solidFill>
              <a:latin typeface="Arial"/>
            </a:endParaRPr>
          </a:p>
          <a:p>
            <a:pPr marL="1728000" lvl="3" indent="-216000">
              <a:spcBef>
                <a:spcPts val="567"/>
              </a:spcBef>
              <a:buClr>
                <a:srgbClr val="FFFFFF"/>
              </a:buClr>
              <a:buSzPct val="75000"/>
              <a:buFont typeface="Symbol"/>
              <a:buChar char=""/>
              <a:defRPr/>
            </a:pPr>
            <a:r>
              <a:rPr lang="en-US" sz="1800" b="0" u="none" strike="noStrike">
                <a:solidFill>
                  <a:srgbClr val="FFFFFF"/>
                </a:solidFill>
                <a:latin typeface="Arial"/>
              </a:rPr>
              <a:t>Fourth Outline Level</a:t>
            </a:r>
            <a:endParaRPr lang="en-US" sz="1800" b="0" u="none" strike="noStrike">
              <a:solidFill>
                <a:srgbClr val="FFFFFF"/>
              </a:solidFill>
              <a:latin typeface="Arial"/>
            </a:endParaRPr>
          </a:p>
          <a:p>
            <a:pPr marL="2160000" lvl="4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/>
              <a:buChar char=""/>
              <a:defRPr/>
            </a:pPr>
            <a:r>
              <a:rPr lang="en-US" sz="1800" b="0" u="none" strike="noStrike">
                <a:solidFill>
                  <a:srgbClr val="FFFFFF"/>
                </a:solidFill>
                <a:latin typeface="Arial"/>
              </a:rPr>
              <a:t>Fifth Outline Level</a:t>
            </a:r>
            <a:endParaRPr lang="en-US" sz="1800" b="0" u="none" strike="noStrike">
              <a:solidFill>
                <a:srgbClr val="FFFFFF"/>
              </a:solidFill>
              <a:latin typeface="Arial"/>
            </a:endParaRPr>
          </a:p>
          <a:p>
            <a:pPr marL="2592000" lvl="5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/>
              <a:buChar char=""/>
              <a:defRPr/>
            </a:pPr>
            <a:r>
              <a:rPr lang="en-US" sz="1800" b="0" u="none" strike="noStrike">
                <a:solidFill>
                  <a:srgbClr val="FFFFFF"/>
                </a:solidFill>
                <a:latin typeface="Arial"/>
              </a:rPr>
              <a:t>Sixth Outline Level</a:t>
            </a:r>
            <a:endParaRPr lang="en-US" sz="1800" b="0" u="none" strike="noStrike">
              <a:solidFill>
                <a:srgbClr val="FFFFFF"/>
              </a:solidFill>
              <a:latin typeface="Arial"/>
            </a:endParaRPr>
          </a:p>
          <a:p>
            <a:pPr marL="3024000" lvl="6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/>
              <a:buChar char=""/>
              <a:defRPr/>
            </a:pPr>
            <a:r>
              <a:rPr lang="en-US" sz="1800" b="0" u="none" strike="noStrike">
                <a:solidFill>
                  <a:srgbClr val="FFFFFF"/>
                </a:solidFill>
                <a:latin typeface="Arial"/>
              </a:rPr>
              <a:t>Seventh Outline Level</a:t>
            </a:r>
            <a:endParaRPr lang="en-US" sz="1800" b="0" u="none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062111824" name="PlaceHolder 3"/>
          <p:cNvSpPr>
            <a:spLocks noGrp="1"/>
          </p:cNvSpPr>
          <p:nvPr>
            <p:ph type="body"/>
          </p:nvPr>
        </p:nvSpPr>
        <p:spPr bwMode="auto">
          <a:xfrm>
            <a:off x="6230160" y="1604520"/>
            <a:ext cx="5352480" cy="39769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FFFFFF"/>
              </a:buClr>
              <a:buSzPct val="45000"/>
              <a:buFont typeface="Wingdings"/>
              <a:buChar char=""/>
              <a:defRPr/>
            </a:pPr>
            <a:r>
              <a:rPr lang="en-US" sz="1800" b="0" u="none" strike="noStrike">
                <a:solidFill>
                  <a:srgbClr val="FFFFFF"/>
                </a:solidFill>
                <a:latin typeface="Arial"/>
              </a:rPr>
              <a:t>Click to edit the outline text format</a:t>
            </a:r>
            <a:endParaRPr lang="en-US" sz="1800" b="0" u="none" strike="noStrike">
              <a:solidFill>
                <a:srgbClr val="FFFFFF"/>
              </a:solidFill>
              <a:latin typeface="Arial"/>
            </a:endParaRPr>
          </a:p>
          <a:p>
            <a:pPr marL="864000" lvl="1" indent="-324000">
              <a:spcBef>
                <a:spcPts val="1134"/>
              </a:spcBef>
              <a:buClr>
                <a:srgbClr val="FFFFFF"/>
              </a:buClr>
              <a:buSzPct val="75000"/>
              <a:buFont typeface="Symbol"/>
              <a:buChar char=""/>
              <a:defRPr/>
            </a:pPr>
            <a:r>
              <a:rPr lang="en-US" sz="1800" b="0" u="none" strike="noStrike">
                <a:solidFill>
                  <a:srgbClr val="FFFFFF"/>
                </a:solidFill>
                <a:latin typeface="Arial"/>
              </a:rPr>
              <a:t>Second Outline Level</a:t>
            </a:r>
            <a:endParaRPr lang="en-US" sz="1800" b="0" u="none" strike="noStrike">
              <a:solidFill>
                <a:srgbClr val="FFFFFF"/>
              </a:solidFill>
              <a:latin typeface="Arial"/>
            </a:endParaRPr>
          </a:p>
          <a:p>
            <a:pPr marL="1296000" lvl="2" indent="-288000">
              <a:spcBef>
                <a:spcPts val="850"/>
              </a:spcBef>
              <a:buClr>
                <a:srgbClr val="FFFFFF"/>
              </a:buClr>
              <a:buSzPct val="45000"/>
              <a:buFont typeface="Wingdings"/>
              <a:buChar char=""/>
              <a:defRPr/>
            </a:pPr>
            <a:r>
              <a:rPr lang="en-US" sz="1800" b="0" u="none" strike="noStrike">
                <a:solidFill>
                  <a:srgbClr val="FFFFFF"/>
                </a:solidFill>
                <a:latin typeface="Arial"/>
              </a:rPr>
              <a:t>Third Outline Level</a:t>
            </a:r>
            <a:endParaRPr lang="en-US" sz="1800" b="0" u="none" strike="noStrike">
              <a:solidFill>
                <a:srgbClr val="FFFFFF"/>
              </a:solidFill>
              <a:latin typeface="Arial"/>
            </a:endParaRPr>
          </a:p>
          <a:p>
            <a:pPr marL="1728000" lvl="3" indent="-216000">
              <a:spcBef>
                <a:spcPts val="567"/>
              </a:spcBef>
              <a:buClr>
                <a:srgbClr val="FFFFFF"/>
              </a:buClr>
              <a:buSzPct val="75000"/>
              <a:buFont typeface="Symbol"/>
              <a:buChar char=""/>
              <a:defRPr/>
            </a:pPr>
            <a:r>
              <a:rPr lang="en-US" sz="1800" b="0" u="none" strike="noStrike">
                <a:solidFill>
                  <a:srgbClr val="FFFFFF"/>
                </a:solidFill>
                <a:latin typeface="Arial"/>
              </a:rPr>
              <a:t>Fourth Outline Level</a:t>
            </a:r>
            <a:endParaRPr lang="en-US" sz="1800" b="0" u="none" strike="noStrike">
              <a:solidFill>
                <a:srgbClr val="FFFFFF"/>
              </a:solidFill>
              <a:latin typeface="Arial"/>
            </a:endParaRPr>
          </a:p>
          <a:p>
            <a:pPr marL="2160000" lvl="4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/>
              <a:buChar char=""/>
              <a:defRPr/>
            </a:pPr>
            <a:r>
              <a:rPr lang="en-US" sz="1800" b="0" u="none" strike="noStrike">
                <a:solidFill>
                  <a:srgbClr val="FFFFFF"/>
                </a:solidFill>
                <a:latin typeface="Arial"/>
              </a:rPr>
              <a:t>Fifth Outline Level</a:t>
            </a:r>
            <a:endParaRPr lang="en-US" sz="1800" b="0" u="none" strike="noStrike">
              <a:solidFill>
                <a:srgbClr val="FFFFFF"/>
              </a:solidFill>
              <a:latin typeface="Arial"/>
            </a:endParaRPr>
          </a:p>
          <a:p>
            <a:pPr marL="2592000" lvl="5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/>
              <a:buChar char=""/>
              <a:defRPr/>
            </a:pPr>
            <a:r>
              <a:rPr lang="en-US" sz="1800" b="0" u="none" strike="noStrike">
                <a:solidFill>
                  <a:srgbClr val="FFFFFF"/>
                </a:solidFill>
                <a:latin typeface="Arial"/>
              </a:rPr>
              <a:t>Sixth Outline Level</a:t>
            </a:r>
            <a:endParaRPr lang="en-US" sz="1800" b="0" u="none" strike="noStrike">
              <a:solidFill>
                <a:srgbClr val="FFFFFF"/>
              </a:solidFill>
              <a:latin typeface="Arial"/>
            </a:endParaRPr>
          </a:p>
          <a:p>
            <a:pPr marL="3024000" lvl="6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/>
              <a:buChar char=""/>
              <a:defRPr/>
            </a:pPr>
            <a:r>
              <a:rPr lang="en-US" sz="1800" b="0" u="none" strike="noStrike">
                <a:solidFill>
                  <a:srgbClr val="FFFFFF"/>
                </a:solidFill>
                <a:latin typeface="Arial"/>
              </a:rPr>
              <a:t>Seventh Outline Level</a:t>
            </a:r>
            <a:endParaRPr lang="en-US" sz="1800" b="0" u="none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427300141" name="PlaceHolder 4"/>
          <p:cNvSpPr>
            <a:spLocks noGrp="1"/>
          </p:cNvSpPr>
          <p:nvPr>
            <p:ph type="ftr" idx="88"/>
          </p:nvPr>
        </p:nvSpPr>
        <p:spPr bwMode="auto">
          <a:xfrm>
            <a:off x="3453480" y="6356520"/>
            <a:ext cx="5280120" cy="363240"/>
          </a:xfrm>
          <a:prstGeom prst="rect">
            <a:avLst/>
          </a:prstGeom>
          <a:noFill/>
          <a:ln w="0">
            <a:noFill/>
          </a:ln>
        </p:spPr>
        <p:txBody>
          <a:bodyPr lIns="122040" tIns="60840" rIns="122040" bIns="6084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en-US" sz="1400" b="0" u="none" strike="noStrike">
                <a:solidFill>
                  <a:srgbClr val="FFFFFF"/>
                </a:solidFill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  <a:defRPr/>
            </a:pPr>
            <a:r>
              <a:rPr lang="en-US" sz="1400" b="0" u="none" strike="noStrike">
                <a:solidFill>
                  <a:srgbClr val="FFFFFF"/>
                </a:solidFill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797647831" name="PlaceHolder 5"/>
          <p:cNvSpPr>
            <a:spLocks noGrp="1"/>
          </p:cNvSpPr>
          <p:nvPr>
            <p:ph type="sldNum" idx="89"/>
          </p:nvPr>
        </p:nvSpPr>
        <p:spPr bwMode="auto">
          <a:xfrm>
            <a:off x="10563480" y="6356520"/>
            <a:ext cx="1013760" cy="363240"/>
          </a:xfrm>
          <a:prstGeom prst="rect">
            <a:avLst/>
          </a:prstGeom>
          <a:noFill/>
          <a:ln w="0">
            <a:noFill/>
          </a:ln>
        </p:spPr>
        <p:txBody>
          <a:bodyPr lIns="122040" tIns="60840" rIns="122040" bIns="60840" anchor="ctr">
            <a:noAutofit/>
          </a:bodyPr>
          <a:lstStyle>
            <a:lvl1pPr indent="0" defTabSz="1218960">
              <a:lnSpc>
                <a:spcPct val="100000"/>
              </a:lnSpc>
              <a:buNone/>
              <a:tabLst>
                <a:tab pos="0" algn="l"/>
              </a:tabLst>
              <a:defRPr lang="ru-RU" sz="1200" b="0" u="none" strike="noStrike">
                <a:solidFill>
                  <a:schemeClr val="lt1">
                    <a:tint val="75000"/>
                  </a:schemeClr>
                </a:solidFill>
                <a:latin typeface="Calibri"/>
              </a:defRPr>
            </a:lvl1pPr>
          </a:lstStyle>
          <a:p>
            <a:pPr indent="0" defTabSz="1218960">
              <a:lnSpc>
                <a:spcPct val="100000"/>
              </a:lnSpc>
              <a:buNone/>
              <a:tabLst>
                <a:tab pos="0" algn="l"/>
              </a:tabLst>
              <a:defRPr/>
            </a:pPr>
            <a:fld id="{DD310A9F-B753-4C41-A7FD-C9077D1B4E5C}" type="slidenum">
              <a:rPr lang="ru-RU" sz="1200" b="0" u="none" strike="noStrike">
                <a:solidFill>
                  <a:schemeClr val="lt1">
                    <a:tint val="75000"/>
                  </a:schemeClr>
                </a:solidFill>
                <a:latin typeface="Calibri"/>
              </a:rPr>
              <a:t>&lt;number&gt;</a:t>
            </a:fld>
            <a:endParaRPr lang="en-US" sz="1200" b="0" u="none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455539816" name="PlaceHolder 6"/>
          <p:cNvSpPr>
            <a:spLocks noGrp="1"/>
          </p:cNvSpPr>
          <p:nvPr>
            <p:ph type="dt" idx="90"/>
          </p:nvPr>
        </p:nvSpPr>
        <p:spPr bwMode="auto">
          <a:xfrm>
            <a:off x="1218960" y="6356520"/>
            <a:ext cx="2232720" cy="363240"/>
          </a:xfrm>
          <a:prstGeom prst="rect">
            <a:avLst/>
          </a:prstGeom>
          <a:noFill/>
          <a:ln w="0">
            <a:noFill/>
          </a:ln>
        </p:spPr>
        <p:txBody>
          <a:bodyPr lIns="122040" tIns="60840" rIns="122040" bIns="60840" anchor="ctr">
            <a:noAutofit/>
          </a:bodyPr>
          <a:lstStyle>
            <a:lvl1pPr indent="0">
              <a:buNone/>
              <a:defRPr lang="en-US" sz="1400" b="0" u="none" strike="noStrike">
                <a:solidFill>
                  <a:srgbClr val="FFFFFF"/>
                </a:solidFill>
                <a:latin typeface="Times New Roman"/>
              </a:defRPr>
            </a:lvl1pPr>
          </a:lstStyle>
          <a:p>
            <a:pPr indent="0">
              <a:buNone/>
              <a:defRPr/>
            </a:pPr>
            <a:r>
              <a:rPr lang="en-US" sz="1400" b="0" u="none" strike="noStrike">
                <a:solidFill>
                  <a:srgbClr val="FFFFFF"/>
                </a:solidFill>
                <a:latin typeface="Times New Roman"/>
              </a:rPr>
              <a:t>&lt;date/time&gt;</a:t>
            </a:r>
            <a:endParaRPr lang="en-US" sz="1400" b="0" u="none" strike="noStrike">
              <a:solidFill>
                <a:srgbClr val="FFFFFF"/>
              </a:solidFill>
              <a:latin typeface="Times New Roman"/>
            </a:endParaRPr>
          </a:p>
        </p:txBody>
      </p:sp>
    </p:spTree>
  </p:cSld>
  <p:clrMap bg1="dk1" tx1="lt1" bg2="dk2" tx2="lt2" accent1="accent1" accent2="accent2" accent3="accent3" accent4="accent4" accent5="accent5" accent6="accent6" hlink="hlink" folHlink="folHlink"/>
  <p:sldLayoutIdLst>
    <p:sldLayoutId id="2147483705" r:id="rId1"/>
  </p:sldLayoutIdLst>
</p:sldMaster>
</file>

<file path=ppt/slideMasters/slideMaster30.xml><?xml version="1.0" encoding="utf-8"?>
<p:sld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preserve="0">
  <p:cSld name="">
    <p:bg>
      <p:bgPr shadeToTitle="0">
        <a:gradFill rotWithShape="0">
          <a:gsLst>
            <a:gs pos="0">
              <a:srgbClr val="000000"/>
            </a:gs>
            <a:gs pos="85000">
              <a:srgbClr val="0E1830"/>
            </a:gs>
            <a:gs pos="100000">
              <a:srgbClr val="142141"/>
            </a:gs>
          </a:gsLst>
          <a:lin ang="3600000" scaled="1"/>
        </a:gra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grpSp>
        <p:nvGrpSpPr>
          <p:cNvPr id="151712411" name="линии слева"/>
          <p:cNvGrpSpPr/>
          <p:nvPr/>
        </p:nvGrpSpPr>
        <p:grpSpPr bwMode="auto">
          <a:xfrm>
            <a:off x="-15840" y="-3240"/>
            <a:ext cx="818280" cy="5227560"/>
            <a:chOff x="-15840" y="-3240"/>
            <a:chExt cx="818280" cy="5227560"/>
          </a:xfrm>
        </p:grpSpPr>
        <p:sp>
          <p:nvSpPr>
            <p:cNvPr id="295" name="Полилиния 9"/>
            <p:cNvSpPr/>
            <p:nvPr/>
          </p:nvSpPr>
          <p:spPr bwMode="auto">
            <a:xfrm>
              <a:off x="-12600" y="0"/>
              <a:ext cx="815040" cy="5224320"/>
            </a:xfrm>
            <a:custGeom>
              <a:avLst/>
              <a:gdLst>
                <a:gd name="textAreaLeft" fmla="*/ 0 w 815040"/>
                <a:gd name="textAreaRight" fmla="*/ 816840 w 815040"/>
                <a:gd name="textAreaTop" fmla="*/ 0 h 5224320"/>
                <a:gd name="textAreaBottom" fmla="*/ 5226120 h 5224320"/>
              </a:gdLst>
              <a:ahLst/>
              <a:cxnLst/>
              <a:rect l="textAreaLeft" t="textAreaTop" r="textAreaRight" b="textAreaBottom"/>
              <a:pathLst>
                <a:path w="612775" h="3919538" fill="norm" stroke="1" extrusionOk="0">
                  <a:moveTo>
                    <a:pt x="0" y="3919538"/>
                  </a:moveTo>
                  <a:lnTo>
                    <a:pt x="612775" y="2984500"/>
                  </a:lnTo>
                  <a:lnTo>
                    <a:pt x="612775" y="0"/>
                  </a:lnTo>
                </a:path>
              </a:pathLst>
            </a:custGeom>
            <a:noFill/>
            <a:ln w="38100">
              <a:solidFill>
                <a:srgbClr val="007373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tIns="45000" rIns="90000" bIns="45000" anchor="ctr">
              <a:noAutofit/>
            </a:bodyPr>
            <a:p>
              <a:pPr algn="ctr" defTabSz="1218960">
                <a:lnSpc>
                  <a:spcPct val="100000"/>
                </a:lnSpc>
                <a:defRPr/>
              </a:pPr>
              <a:endParaRPr lang="ru-RU" sz="2400" b="0" u="none" strike="noStrike">
                <a:solidFill>
                  <a:schemeClr val="lt1"/>
                </a:solidFill>
                <a:latin typeface="Calibri"/>
              </a:endParaRPr>
            </a:p>
          </p:txBody>
        </p:sp>
        <p:sp>
          <p:nvSpPr>
            <p:cNvPr id="296" name="Полилиния 10"/>
            <p:cNvSpPr/>
            <p:nvPr/>
          </p:nvSpPr>
          <p:spPr bwMode="auto">
            <a:xfrm>
              <a:off x="-15840" y="0"/>
              <a:ext cx="545760" cy="4560840"/>
            </a:xfrm>
            <a:custGeom>
              <a:avLst/>
              <a:gdLst>
                <a:gd name="textAreaLeft" fmla="*/ 0 w 545760"/>
                <a:gd name="textAreaRight" fmla="*/ 547560 w 545760"/>
                <a:gd name="textAreaTop" fmla="*/ 0 h 4560840"/>
                <a:gd name="textAreaBottom" fmla="*/ 4562640 h 4560840"/>
              </a:gdLst>
              <a:ahLst/>
              <a:cxnLst/>
              <a:rect l="textAreaLeft" t="textAreaTop" r="textAreaRight" b="textAreaBottom"/>
              <a:pathLst>
                <a:path w="410751" h="3421856" fill="norm" stroke="1" extrusionOk="0">
                  <a:moveTo>
                    <a:pt x="0" y="3421856"/>
                  </a:moveTo>
                  <a:lnTo>
                    <a:pt x="410751" y="2798680"/>
                  </a:lnTo>
                  <a:lnTo>
                    <a:pt x="409575" y="0"/>
                  </a:lnTo>
                </a:path>
              </a:pathLst>
            </a:custGeom>
            <a:noFill/>
            <a:ln w="28575">
              <a:solidFill>
                <a:srgbClr val="007373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tIns="45000" rIns="90000" bIns="45000" anchor="ctr">
              <a:noAutofit/>
            </a:bodyPr>
            <a:p>
              <a:pPr algn="ctr" defTabSz="1218960">
                <a:lnSpc>
                  <a:spcPct val="100000"/>
                </a:lnSpc>
                <a:defRPr/>
              </a:pPr>
              <a:endParaRPr lang="ru-RU" sz="2400" b="0" u="none" strike="noStrike">
                <a:solidFill>
                  <a:schemeClr val="lt1"/>
                </a:solidFill>
                <a:latin typeface="Calibri"/>
              </a:endParaRPr>
            </a:p>
          </p:txBody>
        </p:sp>
        <p:sp>
          <p:nvSpPr>
            <p:cNvPr id="297" name="Полилиния 13"/>
            <p:cNvSpPr/>
            <p:nvPr/>
          </p:nvSpPr>
          <p:spPr bwMode="auto">
            <a:xfrm>
              <a:off x="-9360" y="-3240"/>
              <a:ext cx="316800" cy="3966840"/>
            </a:xfrm>
            <a:custGeom>
              <a:avLst/>
              <a:gdLst>
                <a:gd name="textAreaLeft" fmla="*/ 0 w 316800"/>
                <a:gd name="textAreaRight" fmla="*/ 318600 w 316800"/>
                <a:gd name="textAreaTop" fmla="*/ 0 h 3966840"/>
                <a:gd name="textAreaBottom" fmla="*/ 3968640 h 3966840"/>
              </a:gdLst>
              <a:ahLst/>
              <a:cxnLst/>
              <a:rect l="textAreaLeft" t="textAreaTop" r="textAreaRight" b="textAreaBottom"/>
              <a:pathLst>
                <a:path w="238919" h="2976561" fill="norm" stroke="1" extrusionOk="0">
                  <a:moveTo>
                    <a:pt x="0" y="2976561"/>
                  </a:moveTo>
                  <a:lnTo>
                    <a:pt x="238919" y="2616170"/>
                  </a:lnTo>
                  <a:cubicBezTo>
                    <a:pt x="238654" y="1744113"/>
                    <a:pt x="238390" y="872057"/>
                    <a:pt x="238125" y="0"/>
                  </a:cubicBezTo>
                </a:path>
              </a:pathLst>
            </a:custGeom>
            <a:noFill/>
            <a:ln>
              <a:solidFill>
                <a:srgbClr val="004D4D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tIns="45000" rIns="90000" bIns="45000" anchor="ctr">
              <a:noAutofit/>
            </a:bodyPr>
            <a:p>
              <a:pPr algn="ctr" defTabSz="1218960">
                <a:lnSpc>
                  <a:spcPct val="100000"/>
                </a:lnSpc>
                <a:defRPr/>
              </a:pPr>
              <a:endParaRPr lang="ru-RU" sz="2400" b="0" u="none" strike="noStrike">
                <a:solidFill>
                  <a:schemeClr val="lt1"/>
                </a:solidFill>
                <a:latin typeface="Calibri"/>
              </a:endParaRPr>
            </a:p>
          </p:txBody>
        </p:sp>
      </p:grpSp>
      <p:sp>
        <p:nvSpPr>
          <p:cNvPr id="1758600542" name="PlaceHolder 1"/>
          <p:cNvSpPr>
            <a:spLocks noGrp="1"/>
          </p:cNvSpPr>
          <p:nvPr>
            <p:ph type="title"/>
          </p:nvPr>
        </p:nvSpPr>
        <p:spPr bwMode="auto">
          <a:xfrm>
            <a:off x="609120" y="273600"/>
            <a:ext cx="10969200" cy="11444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p>
            <a:pPr indent="0">
              <a:buNone/>
              <a:defRPr/>
            </a:pPr>
            <a:r>
              <a:rPr lang="en-US" sz="1800" b="0" u="none" strike="noStrike">
                <a:solidFill>
                  <a:srgbClr val="FFFFFF"/>
                </a:solidFill>
                <a:latin typeface="Arial"/>
              </a:rPr>
              <a:t>Click to edit the title text format</a:t>
            </a:r>
            <a:endParaRPr lang="en-US" sz="1800" b="0" u="none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895639257" name="PlaceHolder 2"/>
          <p:cNvSpPr>
            <a:spLocks noGrp="1"/>
          </p:cNvSpPr>
          <p:nvPr>
            <p:ph type="body"/>
          </p:nvPr>
        </p:nvSpPr>
        <p:spPr bwMode="auto">
          <a:xfrm>
            <a:off x="609120" y="1604520"/>
            <a:ext cx="10969200" cy="39769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FFFFFF"/>
              </a:buClr>
              <a:buSzPct val="45000"/>
              <a:buFont typeface="Wingdings"/>
              <a:buChar char=""/>
              <a:defRPr/>
            </a:pPr>
            <a:r>
              <a:rPr lang="en-US" sz="1800" b="0" u="none" strike="noStrike">
                <a:solidFill>
                  <a:srgbClr val="FFFFFF"/>
                </a:solidFill>
                <a:latin typeface="Arial"/>
              </a:rPr>
              <a:t>Click to edit the outline text format</a:t>
            </a:r>
            <a:endParaRPr lang="en-US" sz="1800" b="0" u="none" strike="noStrike">
              <a:solidFill>
                <a:srgbClr val="FFFFFF"/>
              </a:solidFill>
              <a:latin typeface="Arial"/>
            </a:endParaRPr>
          </a:p>
          <a:p>
            <a:pPr marL="864000" lvl="1" indent="-324000">
              <a:spcBef>
                <a:spcPts val="1134"/>
              </a:spcBef>
              <a:buClr>
                <a:srgbClr val="FFFFFF"/>
              </a:buClr>
              <a:buSzPct val="75000"/>
              <a:buFont typeface="Symbol"/>
              <a:buChar char=""/>
              <a:defRPr/>
            </a:pPr>
            <a:r>
              <a:rPr lang="en-US" sz="1800" b="0" u="none" strike="noStrike">
                <a:solidFill>
                  <a:srgbClr val="FFFFFF"/>
                </a:solidFill>
                <a:latin typeface="Arial"/>
              </a:rPr>
              <a:t>Second Outline Level</a:t>
            </a:r>
            <a:endParaRPr lang="en-US" sz="1800" b="0" u="none" strike="noStrike">
              <a:solidFill>
                <a:srgbClr val="FFFFFF"/>
              </a:solidFill>
              <a:latin typeface="Arial"/>
            </a:endParaRPr>
          </a:p>
          <a:p>
            <a:pPr marL="1296000" lvl="2" indent="-288000">
              <a:spcBef>
                <a:spcPts val="850"/>
              </a:spcBef>
              <a:buClr>
                <a:srgbClr val="FFFFFF"/>
              </a:buClr>
              <a:buSzPct val="45000"/>
              <a:buFont typeface="Wingdings"/>
              <a:buChar char=""/>
              <a:defRPr/>
            </a:pPr>
            <a:r>
              <a:rPr lang="en-US" sz="1800" b="0" u="none" strike="noStrike">
                <a:solidFill>
                  <a:srgbClr val="FFFFFF"/>
                </a:solidFill>
                <a:latin typeface="Arial"/>
              </a:rPr>
              <a:t>Third Outline Level</a:t>
            </a:r>
            <a:endParaRPr lang="en-US" sz="1800" b="0" u="none" strike="noStrike">
              <a:solidFill>
                <a:srgbClr val="FFFFFF"/>
              </a:solidFill>
              <a:latin typeface="Arial"/>
            </a:endParaRPr>
          </a:p>
          <a:p>
            <a:pPr marL="1728000" lvl="3" indent="-216000">
              <a:spcBef>
                <a:spcPts val="567"/>
              </a:spcBef>
              <a:buClr>
                <a:srgbClr val="FFFFFF"/>
              </a:buClr>
              <a:buSzPct val="75000"/>
              <a:buFont typeface="Symbol"/>
              <a:buChar char=""/>
              <a:defRPr/>
            </a:pPr>
            <a:r>
              <a:rPr lang="en-US" sz="1800" b="0" u="none" strike="noStrike">
                <a:solidFill>
                  <a:srgbClr val="FFFFFF"/>
                </a:solidFill>
                <a:latin typeface="Arial"/>
              </a:rPr>
              <a:t>Fourth Outline Level</a:t>
            </a:r>
            <a:endParaRPr lang="en-US" sz="1800" b="0" u="none" strike="noStrike">
              <a:solidFill>
                <a:srgbClr val="FFFFFF"/>
              </a:solidFill>
              <a:latin typeface="Arial"/>
            </a:endParaRPr>
          </a:p>
          <a:p>
            <a:pPr marL="2160000" lvl="4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/>
              <a:buChar char=""/>
              <a:defRPr/>
            </a:pPr>
            <a:r>
              <a:rPr lang="en-US" sz="1800" b="0" u="none" strike="noStrike">
                <a:solidFill>
                  <a:srgbClr val="FFFFFF"/>
                </a:solidFill>
                <a:latin typeface="Arial"/>
              </a:rPr>
              <a:t>Fifth Outline Level</a:t>
            </a:r>
            <a:endParaRPr lang="en-US" sz="1800" b="0" u="none" strike="noStrike">
              <a:solidFill>
                <a:srgbClr val="FFFFFF"/>
              </a:solidFill>
              <a:latin typeface="Arial"/>
            </a:endParaRPr>
          </a:p>
          <a:p>
            <a:pPr marL="2592000" lvl="5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/>
              <a:buChar char=""/>
              <a:defRPr/>
            </a:pPr>
            <a:r>
              <a:rPr lang="en-US" sz="1800" b="0" u="none" strike="noStrike">
                <a:solidFill>
                  <a:srgbClr val="FFFFFF"/>
                </a:solidFill>
                <a:latin typeface="Arial"/>
              </a:rPr>
              <a:t>Sixth Outline Level</a:t>
            </a:r>
            <a:endParaRPr lang="en-US" sz="1800" b="0" u="none" strike="noStrike">
              <a:solidFill>
                <a:srgbClr val="FFFFFF"/>
              </a:solidFill>
              <a:latin typeface="Arial"/>
            </a:endParaRPr>
          </a:p>
          <a:p>
            <a:pPr marL="3024000" lvl="6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/>
              <a:buChar char=""/>
              <a:defRPr/>
            </a:pPr>
            <a:r>
              <a:rPr lang="en-US" sz="1800" b="0" u="none" strike="noStrike">
                <a:solidFill>
                  <a:srgbClr val="FFFFFF"/>
                </a:solidFill>
                <a:latin typeface="Arial"/>
              </a:rPr>
              <a:t>Seventh Outline Level</a:t>
            </a:r>
            <a:endParaRPr lang="en-US" sz="1800" b="0" u="none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70039855" name="PlaceHolder 3"/>
          <p:cNvSpPr>
            <a:spLocks noGrp="1"/>
          </p:cNvSpPr>
          <p:nvPr>
            <p:ph type="ftr" idx="91"/>
          </p:nvPr>
        </p:nvSpPr>
        <p:spPr bwMode="auto">
          <a:xfrm>
            <a:off x="3453480" y="6356520"/>
            <a:ext cx="5280120" cy="363240"/>
          </a:xfrm>
          <a:prstGeom prst="rect">
            <a:avLst/>
          </a:prstGeom>
          <a:noFill/>
          <a:ln w="0">
            <a:noFill/>
          </a:ln>
        </p:spPr>
        <p:txBody>
          <a:bodyPr lIns="122040" tIns="60840" rIns="122040" bIns="6084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en-US" sz="1400" b="0" u="none" strike="noStrike">
                <a:solidFill>
                  <a:srgbClr val="FFFFFF"/>
                </a:solidFill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  <a:defRPr/>
            </a:pPr>
            <a:r>
              <a:rPr lang="en-US" sz="1400" b="0" u="none" strike="noStrike">
                <a:solidFill>
                  <a:srgbClr val="FFFFFF"/>
                </a:solidFill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936190287" name="PlaceHolder 4"/>
          <p:cNvSpPr>
            <a:spLocks noGrp="1"/>
          </p:cNvSpPr>
          <p:nvPr>
            <p:ph type="sldNum" idx="92"/>
          </p:nvPr>
        </p:nvSpPr>
        <p:spPr bwMode="auto">
          <a:xfrm>
            <a:off x="10563480" y="6356520"/>
            <a:ext cx="1013760" cy="363240"/>
          </a:xfrm>
          <a:prstGeom prst="rect">
            <a:avLst/>
          </a:prstGeom>
          <a:noFill/>
          <a:ln w="0">
            <a:noFill/>
          </a:ln>
        </p:spPr>
        <p:txBody>
          <a:bodyPr lIns="122040" tIns="60840" rIns="122040" bIns="60840" anchor="ctr">
            <a:noAutofit/>
          </a:bodyPr>
          <a:lstStyle>
            <a:lvl1pPr indent="0" defTabSz="1218960">
              <a:lnSpc>
                <a:spcPct val="100000"/>
              </a:lnSpc>
              <a:buNone/>
              <a:tabLst>
                <a:tab pos="0" algn="l"/>
              </a:tabLst>
              <a:defRPr lang="ru-RU" sz="1200" b="0" u="none" strike="noStrike">
                <a:solidFill>
                  <a:schemeClr val="lt1">
                    <a:tint val="75000"/>
                  </a:schemeClr>
                </a:solidFill>
                <a:latin typeface="Calibri"/>
              </a:defRPr>
            </a:lvl1pPr>
          </a:lstStyle>
          <a:p>
            <a:pPr indent="0" defTabSz="1218960">
              <a:lnSpc>
                <a:spcPct val="100000"/>
              </a:lnSpc>
              <a:buNone/>
              <a:tabLst>
                <a:tab pos="0" algn="l"/>
              </a:tabLst>
              <a:defRPr/>
            </a:pPr>
            <a:fld id="{A81A5FE3-21F0-4525-99FF-3023E9494756}" type="slidenum">
              <a:rPr lang="ru-RU" sz="1200" b="0" u="none" strike="noStrike">
                <a:solidFill>
                  <a:schemeClr val="lt1">
                    <a:tint val="75000"/>
                  </a:schemeClr>
                </a:solidFill>
                <a:latin typeface="Calibri"/>
              </a:rPr>
              <a:t>&lt;number&gt;</a:t>
            </a:fld>
            <a:endParaRPr lang="en-US" sz="1200" b="0" u="none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882386331" name="PlaceHolder 5"/>
          <p:cNvSpPr>
            <a:spLocks noGrp="1"/>
          </p:cNvSpPr>
          <p:nvPr>
            <p:ph type="dt" idx="93"/>
          </p:nvPr>
        </p:nvSpPr>
        <p:spPr bwMode="auto">
          <a:xfrm>
            <a:off x="1218960" y="6356520"/>
            <a:ext cx="2232720" cy="363240"/>
          </a:xfrm>
          <a:prstGeom prst="rect">
            <a:avLst/>
          </a:prstGeom>
          <a:noFill/>
          <a:ln w="0">
            <a:noFill/>
          </a:ln>
        </p:spPr>
        <p:txBody>
          <a:bodyPr lIns="122040" tIns="60840" rIns="122040" bIns="60840" anchor="ctr">
            <a:noAutofit/>
          </a:bodyPr>
          <a:lstStyle>
            <a:lvl1pPr indent="0">
              <a:buNone/>
              <a:defRPr lang="en-US" sz="1400" b="0" u="none" strike="noStrike">
                <a:solidFill>
                  <a:srgbClr val="FFFFFF"/>
                </a:solidFill>
                <a:latin typeface="Times New Roman"/>
              </a:defRPr>
            </a:lvl1pPr>
          </a:lstStyle>
          <a:p>
            <a:pPr indent="0">
              <a:buNone/>
              <a:defRPr/>
            </a:pPr>
            <a:r>
              <a:rPr lang="en-US" sz="1400" b="0" u="none" strike="noStrike">
                <a:solidFill>
                  <a:srgbClr val="FFFFFF"/>
                </a:solidFill>
                <a:latin typeface="Times New Roman"/>
              </a:rPr>
              <a:t>&lt;date/time&gt;</a:t>
            </a:r>
            <a:endParaRPr lang="en-US" sz="1400" b="0" u="none" strike="noStrike">
              <a:solidFill>
                <a:srgbClr val="FFFFFF"/>
              </a:solidFill>
              <a:latin typeface="Times New Roman"/>
            </a:endParaRPr>
          </a:p>
        </p:txBody>
      </p:sp>
    </p:spTree>
  </p:cSld>
  <p:clrMap bg1="dk1" tx1="lt1" bg2="dk2" tx2="lt2" accent1="accent1" accent2="accent2" accent3="accent3" accent4="accent4" accent5="accent5" accent6="accent6" hlink="hlink" folHlink="folHlink"/>
  <p:sldLayoutIdLst>
    <p:sldLayoutId id="2147483707" r:id="rId1"/>
  </p:sldLayoutIdLst>
</p:sldMaster>
</file>

<file path=ppt/slideMasters/slideMaster31.xml><?xml version="1.0" encoding="utf-8"?>
<p:sld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preserve="0">
  <p:cSld name="">
    <p:bg>
      <p:bgPr shadeToTitle="0">
        <a:gradFill rotWithShape="0">
          <a:gsLst>
            <a:gs pos="0">
              <a:srgbClr val="000000"/>
            </a:gs>
            <a:gs pos="85000">
              <a:srgbClr val="0E1830"/>
            </a:gs>
            <a:gs pos="100000">
              <a:srgbClr val="142141"/>
            </a:gs>
          </a:gsLst>
          <a:lin ang="3600000" scaled="1"/>
        </a:gra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grpSp>
        <p:nvGrpSpPr>
          <p:cNvPr id="1575153809" name="линии слева"/>
          <p:cNvGrpSpPr/>
          <p:nvPr/>
        </p:nvGrpSpPr>
        <p:grpSpPr bwMode="auto">
          <a:xfrm>
            <a:off x="-15840" y="-3240"/>
            <a:ext cx="818280" cy="5227560"/>
            <a:chOff x="-15840" y="-3240"/>
            <a:chExt cx="818280" cy="5227560"/>
          </a:xfrm>
        </p:grpSpPr>
        <p:sp>
          <p:nvSpPr>
            <p:cNvPr id="306" name="Полилиния 9"/>
            <p:cNvSpPr/>
            <p:nvPr/>
          </p:nvSpPr>
          <p:spPr bwMode="auto">
            <a:xfrm>
              <a:off x="-12600" y="0"/>
              <a:ext cx="815040" cy="5224320"/>
            </a:xfrm>
            <a:custGeom>
              <a:avLst/>
              <a:gdLst>
                <a:gd name="textAreaLeft" fmla="*/ 0 w 815040"/>
                <a:gd name="textAreaRight" fmla="*/ 816840 w 815040"/>
                <a:gd name="textAreaTop" fmla="*/ 0 h 5224320"/>
                <a:gd name="textAreaBottom" fmla="*/ 5226120 h 5224320"/>
              </a:gdLst>
              <a:ahLst/>
              <a:cxnLst/>
              <a:rect l="textAreaLeft" t="textAreaTop" r="textAreaRight" b="textAreaBottom"/>
              <a:pathLst>
                <a:path w="612775" h="3919538" fill="norm" stroke="1" extrusionOk="0">
                  <a:moveTo>
                    <a:pt x="0" y="3919538"/>
                  </a:moveTo>
                  <a:lnTo>
                    <a:pt x="612775" y="2984500"/>
                  </a:lnTo>
                  <a:lnTo>
                    <a:pt x="612775" y="0"/>
                  </a:lnTo>
                </a:path>
              </a:pathLst>
            </a:custGeom>
            <a:noFill/>
            <a:ln w="38100">
              <a:solidFill>
                <a:srgbClr val="007373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tIns="45000" rIns="90000" bIns="45000" anchor="ctr">
              <a:noAutofit/>
            </a:bodyPr>
            <a:p>
              <a:pPr algn="ctr" defTabSz="1218960">
                <a:lnSpc>
                  <a:spcPct val="100000"/>
                </a:lnSpc>
                <a:defRPr/>
              </a:pPr>
              <a:endParaRPr lang="ru-RU" sz="2400" b="0" u="none" strike="noStrike">
                <a:solidFill>
                  <a:schemeClr val="lt1"/>
                </a:solidFill>
                <a:latin typeface="Calibri"/>
              </a:endParaRPr>
            </a:p>
          </p:txBody>
        </p:sp>
        <p:sp>
          <p:nvSpPr>
            <p:cNvPr id="307" name="Полилиния 10"/>
            <p:cNvSpPr/>
            <p:nvPr/>
          </p:nvSpPr>
          <p:spPr bwMode="auto">
            <a:xfrm>
              <a:off x="-15840" y="0"/>
              <a:ext cx="545760" cy="4560840"/>
            </a:xfrm>
            <a:custGeom>
              <a:avLst/>
              <a:gdLst>
                <a:gd name="textAreaLeft" fmla="*/ 0 w 545760"/>
                <a:gd name="textAreaRight" fmla="*/ 547560 w 545760"/>
                <a:gd name="textAreaTop" fmla="*/ 0 h 4560840"/>
                <a:gd name="textAreaBottom" fmla="*/ 4562640 h 4560840"/>
              </a:gdLst>
              <a:ahLst/>
              <a:cxnLst/>
              <a:rect l="textAreaLeft" t="textAreaTop" r="textAreaRight" b="textAreaBottom"/>
              <a:pathLst>
                <a:path w="410751" h="3421856" fill="norm" stroke="1" extrusionOk="0">
                  <a:moveTo>
                    <a:pt x="0" y="3421856"/>
                  </a:moveTo>
                  <a:lnTo>
                    <a:pt x="410751" y="2798680"/>
                  </a:lnTo>
                  <a:lnTo>
                    <a:pt x="409575" y="0"/>
                  </a:lnTo>
                </a:path>
              </a:pathLst>
            </a:custGeom>
            <a:noFill/>
            <a:ln w="28575">
              <a:solidFill>
                <a:srgbClr val="007373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tIns="45000" rIns="90000" bIns="45000" anchor="ctr">
              <a:noAutofit/>
            </a:bodyPr>
            <a:p>
              <a:pPr algn="ctr" defTabSz="1218960">
                <a:lnSpc>
                  <a:spcPct val="100000"/>
                </a:lnSpc>
                <a:defRPr/>
              </a:pPr>
              <a:endParaRPr lang="ru-RU" sz="2400" b="0" u="none" strike="noStrike">
                <a:solidFill>
                  <a:schemeClr val="lt1"/>
                </a:solidFill>
                <a:latin typeface="Calibri"/>
              </a:endParaRPr>
            </a:p>
          </p:txBody>
        </p:sp>
        <p:sp>
          <p:nvSpPr>
            <p:cNvPr id="308" name="Полилиния 13"/>
            <p:cNvSpPr/>
            <p:nvPr/>
          </p:nvSpPr>
          <p:spPr bwMode="auto">
            <a:xfrm>
              <a:off x="-9360" y="-3240"/>
              <a:ext cx="316800" cy="3966840"/>
            </a:xfrm>
            <a:custGeom>
              <a:avLst/>
              <a:gdLst>
                <a:gd name="textAreaLeft" fmla="*/ 0 w 316800"/>
                <a:gd name="textAreaRight" fmla="*/ 318600 w 316800"/>
                <a:gd name="textAreaTop" fmla="*/ 0 h 3966840"/>
                <a:gd name="textAreaBottom" fmla="*/ 3968640 h 3966840"/>
              </a:gdLst>
              <a:ahLst/>
              <a:cxnLst/>
              <a:rect l="textAreaLeft" t="textAreaTop" r="textAreaRight" b="textAreaBottom"/>
              <a:pathLst>
                <a:path w="238919" h="2976561" fill="norm" stroke="1" extrusionOk="0">
                  <a:moveTo>
                    <a:pt x="0" y="2976561"/>
                  </a:moveTo>
                  <a:lnTo>
                    <a:pt x="238919" y="2616170"/>
                  </a:lnTo>
                  <a:cubicBezTo>
                    <a:pt x="238654" y="1744113"/>
                    <a:pt x="238390" y="872057"/>
                    <a:pt x="238125" y="0"/>
                  </a:cubicBezTo>
                </a:path>
              </a:pathLst>
            </a:custGeom>
            <a:noFill/>
            <a:ln>
              <a:solidFill>
                <a:srgbClr val="004D4D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tIns="45000" rIns="90000" bIns="45000" anchor="ctr">
              <a:noAutofit/>
            </a:bodyPr>
            <a:p>
              <a:pPr algn="ctr" defTabSz="1218960">
                <a:lnSpc>
                  <a:spcPct val="100000"/>
                </a:lnSpc>
                <a:defRPr/>
              </a:pPr>
              <a:endParaRPr lang="ru-RU" sz="2400" b="0" u="none" strike="noStrike">
                <a:solidFill>
                  <a:schemeClr val="lt1"/>
                </a:solidFill>
                <a:latin typeface="Calibri"/>
              </a:endParaRPr>
            </a:p>
          </p:txBody>
        </p:sp>
      </p:grpSp>
      <p:sp>
        <p:nvSpPr>
          <p:cNvPr id="2145224881" name="PlaceHolder 1"/>
          <p:cNvSpPr>
            <a:spLocks noGrp="1"/>
          </p:cNvSpPr>
          <p:nvPr>
            <p:ph type="ftr" idx="94"/>
          </p:nvPr>
        </p:nvSpPr>
        <p:spPr bwMode="auto">
          <a:xfrm>
            <a:off x="3453480" y="6356520"/>
            <a:ext cx="5280120" cy="363240"/>
          </a:xfrm>
          <a:prstGeom prst="rect">
            <a:avLst/>
          </a:prstGeom>
          <a:noFill/>
          <a:ln w="0">
            <a:noFill/>
          </a:ln>
        </p:spPr>
        <p:txBody>
          <a:bodyPr lIns="122040" tIns="60840" rIns="122040" bIns="6084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en-US" sz="1400" b="0" u="none" strike="noStrike">
                <a:solidFill>
                  <a:srgbClr val="FFFFFF"/>
                </a:solidFill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  <a:defRPr/>
            </a:pPr>
            <a:r>
              <a:rPr lang="en-US" sz="1400" b="0" u="none" strike="noStrike">
                <a:solidFill>
                  <a:srgbClr val="FFFFFF"/>
                </a:solidFill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911635450" name="PlaceHolder 2"/>
          <p:cNvSpPr>
            <a:spLocks noGrp="1"/>
          </p:cNvSpPr>
          <p:nvPr>
            <p:ph type="sldNum" idx="95"/>
          </p:nvPr>
        </p:nvSpPr>
        <p:spPr bwMode="auto">
          <a:xfrm>
            <a:off x="10563480" y="6356520"/>
            <a:ext cx="1013760" cy="363240"/>
          </a:xfrm>
          <a:prstGeom prst="rect">
            <a:avLst/>
          </a:prstGeom>
          <a:noFill/>
          <a:ln w="0">
            <a:noFill/>
          </a:ln>
        </p:spPr>
        <p:txBody>
          <a:bodyPr lIns="122040" tIns="60840" rIns="122040" bIns="60840" anchor="ctr">
            <a:noAutofit/>
          </a:bodyPr>
          <a:lstStyle>
            <a:lvl1pPr indent="0" defTabSz="1218960">
              <a:lnSpc>
                <a:spcPct val="100000"/>
              </a:lnSpc>
              <a:buNone/>
              <a:tabLst>
                <a:tab pos="0" algn="l"/>
              </a:tabLst>
              <a:defRPr lang="ru-RU" sz="1200" b="0" u="none" strike="noStrike">
                <a:solidFill>
                  <a:schemeClr val="lt1">
                    <a:tint val="75000"/>
                  </a:schemeClr>
                </a:solidFill>
                <a:latin typeface="Calibri"/>
              </a:defRPr>
            </a:lvl1pPr>
          </a:lstStyle>
          <a:p>
            <a:pPr indent="0" defTabSz="1218960">
              <a:lnSpc>
                <a:spcPct val="100000"/>
              </a:lnSpc>
              <a:buNone/>
              <a:tabLst>
                <a:tab pos="0" algn="l"/>
              </a:tabLst>
              <a:defRPr/>
            </a:pPr>
            <a:fld id="{D3AE3684-288D-4E92-BD50-D792B2169B6D}" type="slidenum">
              <a:rPr lang="ru-RU" sz="1200" b="0" u="none" strike="noStrike">
                <a:solidFill>
                  <a:schemeClr val="lt1">
                    <a:tint val="75000"/>
                  </a:schemeClr>
                </a:solidFill>
                <a:latin typeface="Calibri"/>
              </a:rPr>
              <a:t>&lt;number&gt;</a:t>
            </a:fld>
            <a:endParaRPr lang="en-US" sz="1200" b="0" u="none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729513844" name="PlaceHolder 3"/>
          <p:cNvSpPr>
            <a:spLocks noGrp="1"/>
          </p:cNvSpPr>
          <p:nvPr>
            <p:ph type="dt" idx="96"/>
          </p:nvPr>
        </p:nvSpPr>
        <p:spPr bwMode="auto">
          <a:xfrm>
            <a:off x="1218960" y="6356520"/>
            <a:ext cx="2232720" cy="363240"/>
          </a:xfrm>
          <a:prstGeom prst="rect">
            <a:avLst/>
          </a:prstGeom>
          <a:noFill/>
          <a:ln w="0">
            <a:noFill/>
          </a:ln>
        </p:spPr>
        <p:txBody>
          <a:bodyPr lIns="122040" tIns="60840" rIns="122040" bIns="60840" anchor="ctr">
            <a:noAutofit/>
          </a:bodyPr>
          <a:lstStyle>
            <a:lvl1pPr indent="0">
              <a:buNone/>
              <a:defRPr lang="en-US" sz="1400" b="0" u="none" strike="noStrike">
                <a:solidFill>
                  <a:srgbClr val="FFFFFF"/>
                </a:solidFill>
                <a:latin typeface="Times New Roman"/>
              </a:defRPr>
            </a:lvl1pPr>
          </a:lstStyle>
          <a:p>
            <a:pPr indent="0">
              <a:buNone/>
              <a:defRPr/>
            </a:pPr>
            <a:r>
              <a:rPr lang="en-US" sz="1400" b="0" u="none" strike="noStrike">
                <a:solidFill>
                  <a:srgbClr val="FFFFFF"/>
                </a:solidFill>
                <a:latin typeface="Times New Roman"/>
              </a:rPr>
              <a:t>&lt;date/time&gt;</a:t>
            </a:r>
            <a:endParaRPr lang="en-US" sz="1400" b="0" u="none" strike="noStrike">
              <a:solidFill>
                <a:srgbClr val="FFFFFF"/>
              </a:solidFill>
              <a:latin typeface="Times New Roman"/>
            </a:endParaRPr>
          </a:p>
        </p:txBody>
      </p:sp>
    </p:spTree>
  </p:cSld>
  <p:clrMap bg1="dk1" tx1="lt1" bg2="dk2" tx2="lt2" accent1="accent1" accent2="accent2" accent3="accent3" accent4="accent4" accent5="accent5" accent6="accent6" hlink="hlink" folHlink="folHlink"/>
  <p:sldLayoutIdLst>
    <p:sldLayoutId id="2147483709" r:id="rId1"/>
  </p:sldLayoutIdLst>
</p:sldMaster>
</file>

<file path=ppt/slideMasters/slideMaster32.xml><?xml version="1.0" encoding="utf-8"?>
<p:sld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preserve="0">
  <p:cSld name="">
    <p:bg>
      <p:bgPr shadeToTitle="0">
        <a:gradFill rotWithShape="0">
          <a:gsLst>
            <a:gs pos="0">
              <a:srgbClr val="000000"/>
            </a:gs>
            <a:gs pos="85000">
              <a:srgbClr val="0E1830"/>
            </a:gs>
            <a:gs pos="100000">
              <a:srgbClr val="142141"/>
            </a:gs>
          </a:gsLst>
          <a:lin ang="3600000" scaled="1"/>
        </a:gra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grpSp>
        <p:nvGrpSpPr>
          <p:cNvPr id="744209097" name="линии слева"/>
          <p:cNvGrpSpPr/>
          <p:nvPr/>
        </p:nvGrpSpPr>
        <p:grpSpPr bwMode="auto">
          <a:xfrm>
            <a:off x="-15840" y="-3240"/>
            <a:ext cx="818280" cy="5227560"/>
            <a:chOff x="-15840" y="-3240"/>
            <a:chExt cx="818280" cy="5227560"/>
          </a:xfrm>
        </p:grpSpPr>
        <p:sp>
          <p:nvSpPr>
            <p:cNvPr id="313" name="Полилиния 9"/>
            <p:cNvSpPr/>
            <p:nvPr/>
          </p:nvSpPr>
          <p:spPr bwMode="auto">
            <a:xfrm>
              <a:off x="-12600" y="0"/>
              <a:ext cx="815040" cy="5224320"/>
            </a:xfrm>
            <a:custGeom>
              <a:avLst/>
              <a:gdLst>
                <a:gd name="textAreaLeft" fmla="*/ 0 w 815040"/>
                <a:gd name="textAreaRight" fmla="*/ 816840 w 815040"/>
                <a:gd name="textAreaTop" fmla="*/ 0 h 5224320"/>
                <a:gd name="textAreaBottom" fmla="*/ 5226120 h 5224320"/>
              </a:gdLst>
              <a:ahLst/>
              <a:cxnLst/>
              <a:rect l="textAreaLeft" t="textAreaTop" r="textAreaRight" b="textAreaBottom"/>
              <a:pathLst>
                <a:path w="612775" h="3919538" fill="norm" stroke="1" extrusionOk="0">
                  <a:moveTo>
                    <a:pt x="0" y="3919538"/>
                  </a:moveTo>
                  <a:lnTo>
                    <a:pt x="612775" y="2984500"/>
                  </a:lnTo>
                  <a:lnTo>
                    <a:pt x="612775" y="0"/>
                  </a:lnTo>
                </a:path>
              </a:pathLst>
            </a:custGeom>
            <a:noFill/>
            <a:ln w="38100">
              <a:solidFill>
                <a:srgbClr val="007373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tIns="45000" rIns="90000" bIns="45000" anchor="ctr">
              <a:noAutofit/>
            </a:bodyPr>
            <a:p>
              <a:pPr algn="ctr" defTabSz="1218960">
                <a:lnSpc>
                  <a:spcPct val="100000"/>
                </a:lnSpc>
                <a:defRPr/>
              </a:pPr>
              <a:endParaRPr lang="ru-RU" sz="2400" b="0" u="none" strike="noStrike">
                <a:solidFill>
                  <a:schemeClr val="lt1"/>
                </a:solidFill>
                <a:latin typeface="Calibri"/>
              </a:endParaRPr>
            </a:p>
          </p:txBody>
        </p:sp>
        <p:sp>
          <p:nvSpPr>
            <p:cNvPr id="314" name="Полилиния 10"/>
            <p:cNvSpPr/>
            <p:nvPr/>
          </p:nvSpPr>
          <p:spPr bwMode="auto">
            <a:xfrm>
              <a:off x="-15840" y="0"/>
              <a:ext cx="545760" cy="4560840"/>
            </a:xfrm>
            <a:custGeom>
              <a:avLst/>
              <a:gdLst>
                <a:gd name="textAreaLeft" fmla="*/ 0 w 545760"/>
                <a:gd name="textAreaRight" fmla="*/ 547560 w 545760"/>
                <a:gd name="textAreaTop" fmla="*/ 0 h 4560840"/>
                <a:gd name="textAreaBottom" fmla="*/ 4562640 h 4560840"/>
              </a:gdLst>
              <a:ahLst/>
              <a:cxnLst/>
              <a:rect l="textAreaLeft" t="textAreaTop" r="textAreaRight" b="textAreaBottom"/>
              <a:pathLst>
                <a:path w="410751" h="3421856" fill="norm" stroke="1" extrusionOk="0">
                  <a:moveTo>
                    <a:pt x="0" y="3421856"/>
                  </a:moveTo>
                  <a:lnTo>
                    <a:pt x="410751" y="2798680"/>
                  </a:lnTo>
                  <a:lnTo>
                    <a:pt x="409575" y="0"/>
                  </a:lnTo>
                </a:path>
              </a:pathLst>
            </a:custGeom>
            <a:noFill/>
            <a:ln w="28575">
              <a:solidFill>
                <a:srgbClr val="007373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tIns="45000" rIns="90000" bIns="45000" anchor="ctr">
              <a:noAutofit/>
            </a:bodyPr>
            <a:p>
              <a:pPr algn="ctr" defTabSz="1218960">
                <a:lnSpc>
                  <a:spcPct val="100000"/>
                </a:lnSpc>
                <a:defRPr/>
              </a:pPr>
              <a:endParaRPr lang="ru-RU" sz="2400" b="0" u="none" strike="noStrike">
                <a:solidFill>
                  <a:schemeClr val="lt1"/>
                </a:solidFill>
                <a:latin typeface="Calibri"/>
              </a:endParaRPr>
            </a:p>
          </p:txBody>
        </p:sp>
        <p:sp>
          <p:nvSpPr>
            <p:cNvPr id="315" name="Полилиния 13"/>
            <p:cNvSpPr/>
            <p:nvPr/>
          </p:nvSpPr>
          <p:spPr bwMode="auto">
            <a:xfrm>
              <a:off x="-9360" y="-3240"/>
              <a:ext cx="316800" cy="3966840"/>
            </a:xfrm>
            <a:custGeom>
              <a:avLst/>
              <a:gdLst>
                <a:gd name="textAreaLeft" fmla="*/ 0 w 316800"/>
                <a:gd name="textAreaRight" fmla="*/ 318600 w 316800"/>
                <a:gd name="textAreaTop" fmla="*/ 0 h 3966840"/>
                <a:gd name="textAreaBottom" fmla="*/ 3968640 h 3966840"/>
              </a:gdLst>
              <a:ahLst/>
              <a:cxnLst/>
              <a:rect l="textAreaLeft" t="textAreaTop" r="textAreaRight" b="textAreaBottom"/>
              <a:pathLst>
                <a:path w="238919" h="2976561" fill="norm" stroke="1" extrusionOk="0">
                  <a:moveTo>
                    <a:pt x="0" y="2976561"/>
                  </a:moveTo>
                  <a:lnTo>
                    <a:pt x="238919" y="2616170"/>
                  </a:lnTo>
                  <a:cubicBezTo>
                    <a:pt x="238654" y="1744113"/>
                    <a:pt x="238390" y="872057"/>
                    <a:pt x="238125" y="0"/>
                  </a:cubicBezTo>
                </a:path>
              </a:pathLst>
            </a:custGeom>
            <a:noFill/>
            <a:ln>
              <a:solidFill>
                <a:srgbClr val="004D4D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tIns="45000" rIns="90000" bIns="45000" anchor="ctr">
              <a:noAutofit/>
            </a:bodyPr>
            <a:p>
              <a:pPr algn="ctr" defTabSz="1218960">
                <a:lnSpc>
                  <a:spcPct val="100000"/>
                </a:lnSpc>
                <a:defRPr/>
              </a:pPr>
              <a:endParaRPr lang="ru-RU" sz="2400" b="0" u="none" strike="noStrike">
                <a:solidFill>
                  <a:schemeClr val="lt1"/>
                </a:solidFill>
                <a:latin typeface="Calibri"/>
              </a:endParaRPr>
            </a:p>
          </p:txBody>
        </p:sp>
      </p:grpSp>
      <p:sp>
        <p:nvSpPr>
          <p:cNvPr id="1961342542" name="PlaceHolder 1"/>
          <p:cNvSpPr>
            <a:spLocks noGrp="1"/>
          </p:cNvSpPr>
          <p:nvPr>
            <p:ph type="ftr" idx="97"/>
          </p:nvPr>
        </p:nvSpPr>
        <p:spPr bwMode="auto">
          <a:xfrm>
            <a:off x="3453480" y="6356520"/>
            <a:ext cx="5280120" cy="363240"/>
          </a:xfrm>
          <a:prstGeom prst="rect">
            <a:avLst/>
          </a:prstGeom>
          <a:noFill/>
          <a:ln w="0">
            <a:noFill/>
          </a:ln>
        </p:spPr>
        <p:txBody>
          <a:bodyPr lIns="122040" tIns="60840" rIns="122040" bIns="6084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en-US" sz="1400" b="0" u="none" strike="noStrike">
                <a:solidFill>
                  <a:srgbClr val="FFFFFF"/>
                </a:solidFill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  <a:defRPr/>
            </a:pPr>
            <a:r>
              <a:rPr lang="en-US" sz="1400" b="0" u="none" strike="noStrike">
                <a:solidFill>
                  <a:srgbClr val="FFFFFF"/>
                </a:solidFill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309079682" name="PlaceHolder 2"/>
          <p:cNvSpPr>
            <a:spLocks noGrp="1"/>
          </p:cNvSpPr>
          <p:nvPr>
            <p:ph type="sldNum" idx="98"/>
          </p:nvPr>
        </p:nvSpPr>
        <p:spPr bwMode="auto">
          <a:xfrm>
            <a:off x="10563480" y="6356520"/>
            <a:ext cx="1013760" cy="363240"/>
          </a:xfrm>
          <a:prstGeom prst="rect">
            <a:avLst/>
          </a:prstGeom>
          <a:noFill/>
          <a:ln w="0">
            <a:noFill/>
          </a:ln>
        </p:spPr>
        <p:txBody>
          <a:bodyPr lIns="122040" tIns="60840" rIns="122040" bIns="60840" anchor="ctr">
            <a:noAutofit/>
          </a:bodyPr>
          <a:lstStyle>
            <a:lvl1pPr indent="0" defTabSz="1218960">
              <a:lnSpc>
                <a:spcPct val="100000"/>
              </a:lnSpc>
              <a:buNone/>
              <a:tabLst>
                <a:tab pos="0" algn="l"/>
              </a:tabLst>
              <a:defRPr lang="ru-RU" sz="1200" b="0" u="none" strike="noStrike">
                <a:solidFill>
                  <a:schemeClr val="lt1">
                    <a:tint val="75000"/>
                  </a:schemeClr>
                </a:solidFill>
                <a:latin typeface="Calibri"/>
              </a:defRPr>
            </a:lvl1pPr>
          </a:lstStyle>
          <a:p>
            <a:pPr indent="0" defTabSz="1218960">
              <a:lnSpc>
                <a:spcPct val="100000"/>
              </a:lnSpc>
              <a:buNone/>
              <a:tabLst>
                <a:tab pos="0" algn="l"/>
              </a:tabLst>
              <a:defRPr/>
            </a:pPr>
            <a:fld id="{A0566F46-39D0-4D3A-BE47-6EBA1414DD90}" type="slidenum">
              <a:rPr lang="ru-RU" sz="1200" b="0" u="none" strike="noStrike">
                <a:solidFill>
                  <a:schemeClr val="lt1">
                    <a:tint val="75000"/>
                  </a:schemeClr>
                </a:solidFill>
                <a:latin typeface="Calibri"/>
              </a:rPr>
              <a:t>&lt;number&gt;</a:t>
            </a:fld>
            <a:endParaRPr lang="en-US" sz="1200" b="0" u="none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702798799" name="PlaceHolder 3"/>
          <p:cNvSpPr>
            <a:spLocks noGrp="1"/>
          </p:cNvSpPr>
          <p:nvPr>
            <p:ph type="dt" idx="99"/>
          </p:nvPr>
        </p:nvSpPr>
        <p:spPr bwMode="auto">
          <a:xfrm>
            <a:off x="1218960" y="6356520"/>
            <a:ext cx="2232720" cy="363240"/>
          </a:xfrm>
          <a:prstGeom prst="rect">
            <a:avLst/>
          </a:prstGeom>
          <a:noFill/>
          <a:ln w="0">
            <a:noFill/>
          </a:ln>
        </p:spPr>
        <p:txBody>
          <a:bodyPr lIns="122040" tIns="60840" rIns="122040" bIns="60840" anchor="ctr">
            <a:noAutofit/>
          </a:bodyPr>
          <a:lstStyle>
            <a:lvl1pPr indent="0">
              <a:buNone/>
              <a:defRPr lang="en-US" sz="1400" b="0" u="none" strike="noStrike">
                <a:solidFill>
                  <a:srgbClr val="FFFFFF"/>
                </a:solidFill>
                <a:latin typeface="Times New Roman"/>
              </a:defRPr>
            </a:lvl1pPr>
          </a:lstStyle>
          <a:p>
            <a:pPr indent="0">
              <a:buNone/>
              <a:defRPr/>
            </a:pPr>
            <a:r>
              <a:rPr lang="en-US" sz="1400" b="0" u="none" strike="noStrike">
                <a:solidFill>
                  <a:srgbClr val="FFFFFF"/>
                </a:solidFill>
                <a:latin typeface="Times New Roman"/>
              </a:rPr>
              <a:t>&lt;date/time&gt;</a:t>
            </a:r>
            <a:endParaRPr lang="en-US" sz="1400" b="0" u="none" strike="noStrike">
              <a:solidFill>
                <a:srgbClr val="FFFFFF"/>
              </a:solidFill>
              <a:latin typeface="Times New Roman"/>
            </a:endParaRPr>
          </a:p>
        </p:txBody>
      </p:sp>
    </p:spTree>
  </p:cSld>
  <p:clrMap bg1="dk1" tx1="lt1" bg2="dk2" tx2="lt2" accent1="accent1" accent2="accent2" accent3="accent3" accent4="accent4" accent5="accent5" accent6="accent6" hlink="hlink" folHlink="folHlink"/>
  <p:sldLayoutIdLst>
    <p:sldLayoutId id="2147483711" r:id="rId1"/>
  </p:sldLayoutIdLst>
</p:sldMaster>
</file>

<file path=ppt/slideMasters/slideMaster33.xml><?xml version="1.0" encoding="utf-8"?>
<p:sld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preserve="0">
  <p:cSld name="">
    <p:bg>
      <p:bgPr shadeToTitle="0">
        <a:gradFill rotWithShape="0">
          <a:gsLst>
            <a:gs pos="0">
              <a:srgbClr val="000000"/>
            </a:gs>
            <a:gs pos="85000">
              <a:srgbClr val="0E1830"/>
            </a:gs>
            <a:gs pos="100000">
              <a:srgbClr val="142141"/>
            </a:gs>
          </a:gsLst>
          <a:lin ang="3600000" scaled="1"/>
        </a:gra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grpSp>
        <p:nvGrpSpPr>
          <p:cNvPr id="1395134638" name="линии слева"/>
          <p:cNvGrpSpPr/>
          <p:nvPr/>
        </p:nvGrpSpPr>
        <p:grpSpPr bwMode="auto">
          <a:xfrm>
            <a:off x="-15840" y="-3240"/>
            <a:ext cx="818280" cy="5227560"/>
            <a:chOff x="-15840" y="-3240"/>
            <a:chExt cx="818280" cy="5227560"/>
          </a:xfrm>
        </p:grpSpPr>
        <p:sp>
          <p:nvSpPr>
            <p:cNvPr id="320" name="Полилиния 9"/>
            <p:cNvSpPr/>
            <p:nvPr/>
          </p:nvSpPr>
          <p:spPr bwMode="auto">
            <a:xfrm>
              <a:off x="-12600" y="0"/>
              <a:ext cx="815040" cy="5224320"/>
            </a:xfrm>
            <a:custGeom>
              <a:avLst/>
              <a:gdLst>
                <a:gd name="textAreaLeft" fmla="*/ 0 w 815040"/>
                <a:gd name="textAreaRight" fmla="*/ 816840 w 815040"/>
                <a:gd name="textAreaTop" fmla="*/ 0 h 5224320"/>
                <a:gd name="textAreaBottom" fmla="*/ 5226120 h 5224320"/>
              </a:gdLst>
              <a:ahLst/>
              <a:cxnLst/>
              <a:rect l="textAreaLeft" t="textAreaTop" r="textAreaRight" b="textAreaBottom"/>
              <a:pathLst>
                <a:path w="612775" h="3919538" fill="norm" stroke="1" extrusionOk="0">
                  <a:moveTo>
                    <a:pt x="0" y="3919538"/>
                  </a:moveTo>
                  <a:lnTo>
                    <a:pt x="612775" y="2984500"/>
                  </a:lnTo>
                  <a:lnTo>
                    <a:pt x="612775" y="0"/>
                  </a:lnTo>
                </a:path>
              </a:pathLst>
            </a:custGeom>
            <a:noFill/>
            <a:ln w="38100">
              <a:solidFill>
                <a:srgbClr val="007373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tIns="45000" rIns="90000" bIns="45000" anchor="ctr">
              <a:noAutofit/>
            </a:bodyPr>
            <a:p>
              <a:pPr algn="ctr" defTabSz="1218960">
                <a:lnSpc>
                  <a:spcPct val="100000"/>
                </a:lnSpc>
                <a:defRPr/>
              </a:pPr>
              <a:endParaRPr lang="ru-RU" sz="2400" b="0" u="none" strike="noStrike">
                <a:solidFill>
                  <a:schemeClr val="lt1"/>
                </a:solidFill>
                <a:latin typeface="Calibri"/>
              </a:endParaRPr>
            </a:p>
          </p:txBody>
        </p:sp>
        <p:sp>
          <p:nvSpPr>
            <p:cNvPr id="321" name="Полилиния 10"/>
            <p:cNvSpPr/>
            <p:nvPr/>
          </p:nvSpPr>
          <p:spPr bwMode="auto">
            <a:xfrm>
              <a:off x="-15840" y="0"/>
              <a:ext cx="545760" cy="4560840"/>
            </a:xfrm>
            <a:custGeom>
              <a:avLst/>
              <a:gdLst>
                <a:gd name="textAreaLeft" fmla="*/ 0 w 545760"/>
                <a:gd name="textAreaRight" fmla="*/ 547560 w 545760"/>
                <a:gd name="textAreaTop" fmla="*/ 0 h 4560840"/>
                <a:gd name="textAreaBottom" fmla="*/ 4562640 h 4560840"/>
              </a:gdLst>
              <a:ahLst/>
              <a:cxnLst/>
              <a:rect l="textAreaLeft" t="textAreaTop" r="textAreaRight" b="textAreaBottom"/>
              <a:pathLst>
                <a:path w="410751" h="3421856" fill="norm" stroke="1" extrusionOk="0">
                  <a:moveTo>
                    <a:pt x="0" y="3421856"/>
                  </a:moveTo>
                  <a:lnTo>
                    <a:pt x="410751" y="2798680"/>
                  </a:lnTo>
                  <a:lnTo>
                    <a:pt x="409575" y="0"/>
                  </a:lnTo>
                </a:path>
              </a:pathLst>
            </a:custGeom>
            <a:noFill/>
            <a:ln w="28575">
              <a:solidFill>
                <a:srgbClr val="007373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tIns="45000" rIns="90000" bIns="45000" anchor="ctr">
              <a:noAutofit/>
            </a:bodyPr>
            <a:p>
              <a:pPr algn="ctr" defTabSz="1218960">
                <a:lnSpc>
                  <a:spcPct val="100000"/>
                </a:lnSpc>
                <a:defRPr/>
              </a:pPr>
              <a:endParaRPr lang="ru-RU" sz="2400" b="0" u="none" strike="noStrike">
                <a:solidFill>
                  <a:schemeClr val="lt1"/>
                </a:solidFill>
                <a:latin typeface="Calibri"/>
              </a:endParaRPr>
            </a:p>
          </p:txBody>
        </p:sp>
        <p:sp>
          <p:nvSpPr>
            <p:cNvPr id="322" name="Полилиния 13"/>
            <p:cNvSpPr/>
            <p:nvPr/>
          </p:nvSpPr>
          <p:spPr bwMode="auto">
            <a:xfrm>
              <a:off x="-9360" y="-3240"/>
              <a:ext cx="316800" cy="3966840"/>
            </a:xfrm>
            <a:custGeom>
              <a:avLst/>
              <a:gdLst>
                <a:gd name="textAreaLeft" fmla="*/ 0 w 316800"/>
                <a:gd name="textAreaRight" fmla="*/ 318600 w 316800"/>
                <a:gd name="textAreaTop" fmla="*/ 0 h 3966840"/>
                <a:gd name="textAreaBottom" fmla="*/ 3968640 h 3966840"/>
              </a:gdLst>
              <a:ahLst/>
              <a:cxnLst/>
              <a:rect l="textAreaLeft" t="textAreaTop" r="textAreaRight" b="textAreaBottom"/>
              <a:pathLst>
                <a:path w="238919" h="2976561" fill="norm" stroke="1" extrusionOk="0">
                  <a:moveTo>
                    <a:pt x="0" y="2976561"/>
                  </a:moveTo>
                  <a:lnTo>
                    <a:pt x="238919" y="2616170"/>
                  </a:lnTo>
                  <a:cubicBezTo>
                    <a:pt x="238654" y="1744113"/>
                    <a:pt x="238390" y="872057"/>
                    <a:pt x="238125" y="0"/>
                  </a:cubicBezTo>
                </a:path>
              </a:pathLst>
            </a:custGeom>
            <a:noFill/>
            <a:ln>
              <a:solidFill>
                <a:srgbClr val="004D4D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tIns="45000" rIns="90000" bIns="45000" anchor="ctr">
              <a:noAutofit/>
            </a:bodyPr>
            <a:p>
              <a:pPr algn="ctr" defTabSz="1218960">
                <a:lnSpc>
                  <a:spcPct val="100000"/>
                </a:lnSpc>
                <a:defRPr/>
              </a:pPr>
              <a:endParaRPr lang="ru-RU" sz="2400" b="0" u="none" strike="noStrike">
                <a:solidFill>
                  <a:schemeClr val="lt1"/>
                </a:solidFill>
                <a:latin typeface="Calibri"/>
              </a:endParaRPr>
            </a:p>
          </p:txBody>
        </p:sp>
      </p:grpSp>
      <p:sp>
        <p:nvSpPr>
          <p:cNvPr id="1289523694" name="PlaceHolder 1"/>
          <p:cNvSpPr>
            <a:spLocks noGrp="1"/>
          </p:cNvSpPr>
          <p:nvPr>
            <p:ph type="title"/>
          </p:nvPr>
        </p:nvSpPr>
        <p:spPr bwMode="auto">
          <a:xfrm>
            <a:off x="609120" y="273600"/>
            <a:ext cx="10969200" cy="11444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p>
            <a:pPr indent="0">
              <a:buNone/>
              <a:defRPr/>
            </a:pPr>
            <a:r>
              <a:rPr lang="en-US" sz="1800" b="0" u="none" strike="noStrike">
                <a:solidFill>
                  <a:srgbClr val="FFFFFF"/>
                </a:solidFill>
                <a:latin typeface="Arial"/>
              </a:rPr>
              <a:t>Click to edit the title text format</a:t>
            </a:r>
            <a:endParaRPr lang="en-US" sz="1800" b="0" u="none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28545854" name="PlaceHolder 2"/>
          <p:cNvSpPr>
            <a:spLocks noGrp="1"/>
          </p:cNvSpPr>
          <p:nvPr>
            <p:ph type="ftr" idx="100"/>
          </p:nvPr>
        </p:nvSpPr>
        <p:spPr bwMode="auto">
          <a:xfrm>
            <a:off x="3453480" y="6356520"/>
            <a:ext cx="5280120" cy="363240"/>
          </a:xfrm>
          <a:prstGeom prst="rect">
            <a:avLst/>
          </a:prstGeom>
          <a:noFill/>
          <a:ln w="0">
            <a:noFill/>
          </a:ln>
        </p:spPr>
        <p:txBody>
          <a:bodyPr lIns="122040" tIns="60840" rIns="122040" bIns="6084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en-US" sz="1400" b="0" u="none" strike="noStrike">
                <a:solidFill>
                  <a:srgbClr val="FFFFFF"/>
                </a:solidFill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  <a:defRPr/>
            </a:pPr>
            <a:r>
              <a:rPr lang="en-US" sz="1400" b="0" u="none" strike="noStrike">
                <a:solidFill>
                  <a:srgbClr val="FFFFFF"/>
                </a:solidFill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729555214" name="PlaceHolder 3"/>
          <p:cNvSpPr>
            <a:spLocks noGrp="1"/>
          </p:cNvSpPr>
          <p:nvPr>
            <p:ph type="sldNum" idx="101"/>
          </p:nvPr>
        </p:nvSpPr>
        <p:spPr bwMode="auto">
          <a:xfrm>
            <a:off x="10563480" y="6356520"/>
            <a:ext cx="1013760" cy="363240"/>
          </a:xfrm>
          <a:prstGeom prst="rect">
            <a:avLst/>
          </a:prstGeom>
          <a:noFill/>
          <a:ln w="0">
            <a:noFill/>
          </a:ln>
        </p:spPr>
        <p:txBody>
          <a:bodyPr lIns="122040" tIns="60840" rIns="122040" bIns="60840" anchor="ctr">
            <a:noAutofit/>
          </a:bodyPr>
          <a:lstStyle>
            <a:lvl1pPr indent="0" defTabSz="1218960">
              <a:lnSpc>
                <a:spcPct val="100000"/>
              </a:lnSpc>
              <a:buNone/>
              <a:tabLst>
                <a:tab pos="0" algn="l"/>
              </a:tabLst>
              <a:defRPr lang="ru-RU" sz="1200" b="0" u="none" strike="noStrike">
                <a:solidFill>
                  <a:schemeClr val="lt1">
                    <a:tint val="75000"/>
                  </a:schemeClr>
                </a:solidFill>
                <a:latin typeface="Calibri"/>
              </a:defRPr>
            </a:lvl1pPr>
          </a:lstStyle>
          <a:p>
            <a:pPr indent="0" defTabSz="1218960">
              <a:lnSpc>
                <a:spcPct val="100000"/>
              </a:lnSpc>
              <a:buNone/>
              <a:tabLst>
                <a:tab pos="0" algn="l"/>
              </a:tabLst>
              <a:defRPr/>
            </a:pPr>
            <a:fld id="{02E3BCC8-6AC6-461A-AEBB-5D89958F6F02}" type="slidenum">
              <a:rPr lang="ru-RU" sz="1200" b="0" u="none" strike="noStrike">
                <a:solidFill>
                  <a:schemeClr val="lt1">
                    <a:tint val="75000"/>
                  </a:schemeClr>
                </a:solidFill>
                <a:latin typeface="Calibri"/>
              </a:rPr>
              <a:t>&lt;number&gt;</a:t>
            </a:fld>
            <a:endParaRPr lang="en-US" sz="1200" b="0" u="none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88504522" name="PlaceHolder 4"/>
          <p:cNvSpPr>
            <a:spLocks noGrp="1"/>
          </p:cNvSpPr>
          <p:nvPr>
            <p:ph type="dt" idx="102"/>
          </p:nvPr>
        </p:nvSpPr>
        <p:spPr bwMode="auto">
          <a:xfrm>
            <a:off x="1218960" y="6356520"/>
            <a:ext cx="2232720" cy="363240"/>
          </a:xfrm>
          <a:prstGeom prst="rect">
            <a:avLst/>
          </a:prstGeom>
          <a:noFill/>
          <a:ln w="0">
            <a:noFill/>
          </a:ln>
        </p:spPr>
        <p:txBody>
          <a:bodyPr lIns="122040" tIns="60840" rIns="122040" bIns="60840" anchor="ctr">
            <a:noAutofit/>
          </a:bodyPr>
          <a:lstStyle>
            <a:lvl1pPr indent="0">
              <a:buNone/>
              <a:defRPr lang="en-US" sz="1400" b="0" u="none" strike="noStrike">
                <a:solidFill>
                  <a:srgbClr val="FFFFFF"/>
                </a:solidFill>
                <a:latin typeface="Times New Roman"/>
              </a:defRPr>
            </a:lvl1pPr>
          </a:lstStyle>
          <a:p>
            <a:pPr indent="0">
              <a:buNone/>
              <a:defRPr/>
            </a:pPr>
            <a:r>
              <a:rPr lang="en-US" sz="1400" b="0" u="none" strike="noStrike">
                <a:solidFill>
                  <a:srgbClr val="FFFFFF"/>
                </a:solidFill>
                <a:latin typeface="Times New Roman"/>
              </a:rPr>
              <a:t>&lt;date/time&gt;</a:t>
            </a:r>
            <a:endParaRPr lang="en-US" sz="1400" b="0" u="none" strike="noStrike">
              <a:solidFill>
                <a:srgbClr val="FFFFFF"/>
              </a:solidFill>
              <a:latin typeface="Times New Roman"/>
            </a:endParaRPr>
          </a:p>
        </p:txBody>
      </p:sp>
    </p:spTree>
  </p:cSld>
  <p:clrMap bg1="dk1" tx1="lt1" bg2="dk2" tx2="lt2" accent1="accent1" accent2="accent2" accent3="accent3" accent4="accent4" accent5="accent5" accent6="accent6" hlink="hlink" folHlink="folHlink"/>
  <p:sldLayoutIdLst>
    <p:sldLayoutId id="2147483713" r:id="rId1"/>
  </p:sldLayoutIdLst>
</p:sldMaster>
</file>

<file path=ppt/slideMasters/slideMaster34.xml><?xml version="1.0" encoding="utf-8"?>
<p:sld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preserve="0">
  <p:cSld name="">
    <p:bg>
      <p:bgPr shadeToTitle="0">
        <a:gradFill rotWithShape="0">
          <a:gsLst>
            <a:gs pos="0">
              <a:srgbClr val="000000"/>
            </a:gs>
            <a:gs pos="85000">
              <a:srgbClr val="0E1830"/>
            </a:gs>
            <a:gs pos="100000">
              <a:srgbClr val="142141"/>
            </a:gs>
          </a:gsLst>
          <a:lin ang="3600000" scaled="1"/>
        </a:gra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grpSp>
        <p:nvGrpSpPr>
          <p:cNvPr id="122610453" name="линии слева"/>
          <p:cNvGrpSpPr/>
          <p:nvPr/>
        </p:nvGrpSpPr>
        <p:grpSpPr bwMode="auto">
          <a:xfrm>
            <a:off x="-15840" y="-3240"/>
            <a:ext cx="818280" cy="5227560"/>
            <a:chOff x="-15840" y="-3240"/>
            <a:chExt cx="818280" cy="5227560"/>
          </a:xfrm>
        </p:grpSpPr>
        <p:sp>
          <p:nvSpPr>
            <p:cNvPr id="330" name="Полилиния 9"/>
            <p:cNvSpPr/>
            <p:nvPr/>
          </p:nvSpPr>
          <p:spPr bwMode="auto">
            <a:xfrm>
              <a:off x="-12600" y="0"/>
              <a:ext cx="815040" cy="5224320"/>
            </a:xfrm>
            <a:custGeom>
              <a:avLst/>
              <a:gdLst>
                <a:gd name="textAreaLeft" fmla="*/ 0 w 815040"/>
                <a:gd name="textAreaRight" fmla="*/ 816840 w 815040"/>
                <a:gd name="textAreaTop" fmla="*/ 0 h 5224320"/>
                <a:gd name="textAreaBottom" fmla="*/ 5226120 h 5224320"/>
              </a:gdLst>
              <a:ahLst/>
              <a:cxnLst/>
              <a:rect l="textAreaLeft" t="textAreaTop" r="textAreaRight" b="textAreaBottom"/>
              <a:pathLst>
                <a:path w="612775" h="3919538" fill="norm" stroke="1" extrusionOk="0">
                  <a:moveTo>
                    <a:pt x="0" y="3919538"/>
                  </a:moveTo>
                  <a:lnTo>
                    <a:pt x="612775" y="2984500"/>
                  </a:lnTo>
                  <a:lnTo>
                    <a:pt x="612775" y="0"/>
                  </a:lnTo>
                </a:path>
              </a:pathLst>
            </a:custGeom>
            <a:noFill/>
            <a:ln w="38100">
              <a:solidFill>
                <a:srgbClr val="007373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tIns="45000" rIns="90000" bIns="45000" anchor="ctr">
              <a:noAutofit/>
            </a:bodyPr>
            <a:p>
              <a:pPr algn="ctr" defTabSz="1218960">
                <a:lnSpc>
                  <a:spcPct val="100000"/>
                </a:lnSpc>
                <a:defRPr/>
              </a:pPr>
              <a:endParaRPr lang="ru-RU" sz="2400" b="0" u="none" strike="noStrike">
                <a:solidFill>
                  <a:schemeClr val="lt1"/>
                </a:solidFill>
                <a:latin typeface="Calibri"/>
              </a:endParaRPr>
            </a:p>
          </p:txBody>
        </p:sp>
        <p:sp>
          <p:nvSpPr>
            <p:cNvPr id="331" name="Полилиния 10"/>
            <p:cNvSpPr/>
            <p:nvPr/>
          </p:nvSpPr>
          <p:spPr bwMode="auto">
            <a:xfrm>
              <a:off x="-15840" y="0"/>
              <a:ext cx="545760" cy="4560840"/>
            </a:xfrm>
            <a:custGeom>
              <a:avLst/>
              <a:gdLst>
                <a:gd name="textAreaLeft" fmla="*/ 0 w 545760"/>
                <a:gd name="textAreaRight" fmla="*/ 547560 w 545760"/>
                <a:gd name="textAreaTop" fmla="*/ 0 h 4560840"/>
                <a:gd name="textAreaBottom" fmla="*/ 4562640 h 4560840"/>
              </a:gdLst>
              <a:ahLst/>
              <a:cxnLst/>
              <a:rect l="textAreaLeft" t="textAreaTop" r="textAreaRight" b="textAreaBottom"/>
              <a:pathLst>
                <a:path w="410751" h="3421856" fill="norm" stroke="1" extrusionOk="0">
                  <a:moveTo>
                    <a:pt x="0" y="3421856"/>
                  </a:moveTo>
                  <a:lnTo>
                    <a:pt x="410751" y="2798680"/>
                  </a:lnTo>
                  <a:lnTo>
                    <a:pt x="409575" y="0"/>
                  </a:lnTo>
                </a:path>
              </a:pathLst>
            </a:custGeom>
            <a:noFill/>
            <a:ln w="28575">
              <a:solidFill>
                <a:srgbClr val="007373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tIns="45000" rIns="90000" bIns="45000" anchor="ctr">
              <a:noAutofit/>
            </a:bodyPr>
            <a:p>
              <a:pPr algn="ctr" defTabSz="1218960">
                <a:lnSpc>
                  <a:spcPct val="100000"/>
                </a:lnSpc>
                <a:defRPr/>
              </a:pPr>
              <a:endParaRPr lang="ru-RU" sz="2400" b="0" u="none" strike="noStrike">
                <a:solidFill>
                  <a:schemeClr val="lt1"/>
                </a:solidFill>
                <a:latin typeface="Calibri"/>
              </a:endParaRPr>
            </a:p>
          </p:txBody>
        </p:sp>
        <p:sp>
          <p:nvSpPr>
            <p:cNvPr id="332" name="Полилиния 13"/>
            <p:cNvSpPr/>
            <p:nvPr/>
          </p:nvSpPr>
          <p:spPr bwMode="auto">
            <a:xfrm>
              <a:off x="-9360" y="-3240"/>
              <a:ext cx="316800" cy="3966840"/>
            </a:xfrm>
            <a:custGeom>
              <a:avLst/>
              <a:gdLst>
                <a:gd name="textAreaLeft" fmla="*/ 0 w 316800"/>
                <a:gd name="textAreaRight" fmla="*/ 318600 w 316800"/>
                <a:gd name="textAreaTop" fmla="*/ 0 h 3966840"/>
                <a:gd name="textAreaBottom" fmla="*/ 3968640 h 3966840"/>
              </a:gdLst>
              <a:ahLst/>
              <a:cxnLst/>
              <a:rect l="textAreaLeft" t="textAreaTop" r="textAreaRight" b="textAreaBottom"/>
              <a:pathLst>
                <a:path w="238919" h="2976561" fill="norm" stroke="1" extrusionOk="0">
                  <a:moveTo>
                    <a:pt x="0" y="2976561"/>
                  </a:moveTo>
                  <a:lnTo>
                    <a:pt x="238919" y="2616170"/>
                  </a:lnTo>
                  <a:cubicBezTo>
                    <a:pt x="238654" y="1744113"/>
                    <a:pt x="238390" y="872057"/>
                    <a:pt x="238125" y="0"/>
                  </a:cubicBezTo>
                </a:path>
              </a:pathLst>
            </a:custGeom>
            <a:noFill/>
            <a:ln>
              <a:solidFill>
                <a:srgbClr val="004D4D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tIns="45000" rIns="90000" bIns="45000" anchor="ctr">
              <a:noAutofit/>
            </a:bodyPr>
            <a:p>
              <a:pPr algn="ctr" defTabSz="1218960">
                <a:lnSpc>
                  <a:spcPct val="100000"/>
                </a:lnSpc>
                <a:defRPr/>
              </a:pPr>
              <a:endParaRPr lang="ru-RU" sz="2400" b="0" u="none" strike="noStrike">
                <a:solidFill>
                  <a:schemeClr val="lt1"/>
                </a:solidFill>
                <a:latin typeface="Calibri"/>
              </a:endParaRPr>
            </a:p>
          </p:txBody>
        </p:sp>
      </p:grpSp>
      <p:sp>
        <p:nvSpPr>
          <p:cNvPr id="1486325138" name="PlaceHolder 1"/>
          <p:cNvSpPr>
            <a:spLocks noGrp="1"/>
          </p:cNvSpPr>
          <p:nvPr>
            <p:ph type="ftr" idx="103"/>
          </p:nvPr>
        </p:nvSpPr>
        <p:spPr bwMode="auto">
          <a:xfrm>
            <a:off x="3453480" y="6356520"/>
            <a:ext cx="5280120" cy="363240"/>
          </a:xfrm>
          <a:prstGeom prst="rect">
            <a:avLst/>
          </a:prstGeom>
          <a:noFill/>
          <a:ln w="0">
            <a:noFill/>
          </a:ln>
        </p:spPr>
        <p:txBody>
          <a:bodyPr lIns="122040" tIns="60840" rIns="122040" bIns="6084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en-US" sz="1400" b="0" u="none" strike="noStrike">
                <a:solidFill>
                  <a:srgbClr val="FFFFFF"/>
                </a:solidFill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  <a:defRPr/>
            </a:pPr>
            <a:r>
              <a:rPr lang="en-US" sz="1400" b="0" u="none" strike="noStrike">
                <a:solidFill>
                  <a:srgbClr val="FFFFFF"/>
                </a:solidFill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906901386" name="PlaceHolder 2"/>
          <p:cNvSpPr>
            <a:spLocks noGrp="1"/>
          </p:cNvSpPr>
          <p:nvPr>
            <p:ph type="sldNum" idx="104"/>
          </p:nvPr>
        </p:nvSpPr>
        <p:spPr bwMode="auto">
          <a:xfrm>
            <a:off x="10563480" y="6356520"/>
            <a:ext cx="1013760" cy="363240"/>
          </a:xfrm>
          <a:prstGeom prst="rect">
            <a:avLst/>
          </a:prstGeom>
          <a:noFill/>
          <a:ln w="0">
            <a:noFill/>
          </a:ln>
        </p:spPr>
        <p:txBody>
          <a:bodyPr lIns="122040" tIns="60840" rIns="122040" bIns="60840" anchor="ctr">
            <a:noAutofit/>
          </a:bodyPr>
          <a:lstStyle>
            <a:lvl1pPr indent="0" defTabSz="1218960">
              <a:lnSpc>
                <a:spcPct val="100000"/>
              </a:lnSpc>
              <a:buNone/>
              <a:tabLst>
                <a:tab pos="0" algn="l"/>
              </a:tabLst>
              <a:defRPr lang="ru-RU" sz="1200" b="0" u="none" strike="noStrike">
                <a:solidFill>
                  <a:schemeClr val="lt1">
                    <a:tint val="75000"/>
                  </a:schemeClr>
                </a:solidFill>
                <a:latin typeface="Calibri"/>
              </a:defRPr>
            </a:lvl1pPr>
          </a:lstStyle>
          <a:p>
            <a:pPr indent="0" defTabSz="1218960">
              <a:lnSpc>
                <a:spcPct val="100000"/>
              </a:lnSpc>
              <a:buNone/>
              <a:tabLst>
                <a:tab pos="0" algn="l"/>
              </a:tabLst>
              <a:defRPr/>
            </a:pPr>
            <a:fld id="{6937D72A-33CD-45C1-9ED6-8D23E710B1E4}" type="slidenum">
              <a:rPr lang="ru-RU" sz="1200" b="0" u="none" strike="noStrike">
                <a:solidFill>
                  <a:schemeClr val="lt1">
                    <a:tint val="75000"/>
                  </a:schemeClr>
                </a:solidFill>
                <a:latin typeface="Calibri"/>
              </a:rPr>
              <a:t>&lt;number&gt;</a:t>
            </a:fld>
            <a:endParaRPr lang="en-US" sz="1200" b="0" u="none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951611315" name="PlaceHolder 3"/>
          <p:cNvSpPr>
            <a:spLocks noGrp="1"/>
          </p:cNvSpPr>
          <p:nvPr>
            <p:ph type="dt" idx="105"/>
          </p:nvPr>
        </p:nvSpPr>
        <p:spPr bwMode="auto">
          <a:xfrm>
            <a:off x="1218960" y="6356520"/>
            <a:ext cx="2232720" cy="363240"/>
          </a:xfrm>
          <a:prstGeom prst="rect">
            <a:avLst/>
          </a:prstGeom>
          <a:noFill/>
          <a:ln w="0">
            <a:noFill/>
          </a:ln>
        </p:spPr>
        <p:txBody>
          <a:bodyPr lIns="122040" tIns="60840" rIns="122040" bIns="60840" anchor="ctr">
            <a:noAutofit/>
          </a:bodyPr>
          <a:lstStyle>
            <a:lvl1pPr indent="0">
              <a:buNone/>
              <a:defRPr lang="en-US" sz="1400" b="0" u="none" strike="noStrike">
                <a:solidFill>
                  <a:srgbClr val="FFFFFF"/>
                </a:solidFill>
                <a:latin typeface="Times New Roman"/>
              </a:defRPr>
            </a:lvl1pPr>
          </a:lstStyle>
          <a:p>
            <a:pPr indent="0">
              <a:buNone/>
              <a:defRPr/>
            </a:pPr>
            <a:r>
              <a:rPr lang="en-US" sz="1400" b="0" u="none" strike="noStrike">
                <a:solidFill>
                  <a:srgbClr val="FFFFFF"/>
                </a:solidFill>
                <a:latin typeface="Times New Roman"/>
              </a:rPr>
              <a:t>&lt;date/time&gt;</a:t>
            </a:r>
            <a:endParaRPr lang="en-US" sz="1400" b="0" u="none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2108783790" name="PlaceHolder 4"/>
          <p:cNvSpPr>
            <a:spLocks noGrp="1"/>
          </p:cNvSpPr>
          <p:nvPr>
            <p:ph type="title"/>
          </p:nvPr>
        </p:nvSpPr>
        <p:spPr bwMode="auto">
          <a:xfrm>
            <a:off x="609120" y="273600"/>
            <a:ext cx="1096956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p>
            <a:pPr indent="0" algn="ctr">
              <a:buNone/>
              <a:defRPr/>
            </a:pPr>
            <a:r>
              <a:rPr lang="en-US" sz="4400" b="0" u="none" strike="noStrike">
                <a:solidFill>
                  <a:srgbClr val="FFFFFF"/>
                </a:solidFill>
                <a:latin typeface="Arial"/>
              </a:rPr>
              <a:t>Click to edit the title text format</a:t>
            </a:r>
            <a:endParaRPr lang="en-US" sz="4400" b="0" u="none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157632637" name="PlaceHolder 5"/>
          <p:cNvSpPr>
            <a:spLocks noGrp="1"/>
          </p:cNvSpPr>
          <p:nvPr>
            <p:ph type="body"/>
          </p:nvPr>
        </p:nvSpPr>
        <p:spPr bwMode="auto">
          <a:xfrm>
            <a:off x="609120" y="1604520"/>
            <a:ext cx="1096956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FFFFFF"/>
              </a:buClr>
              <a:buSzPct val="45000"/>
              <a:buFont typeface="Wingdings"/>
              <a:buChar char=""/>
              <a:defRPr/>
            </a:pPr>
            <a:r>
              <a:rPr lang="en-US" sz="3200" b="0" u="none" strike="noStrike">
                <a:solidFill>
                  <a:srgbClr val="FFFFFF"/>
                </a:solidFill>
                <a:latin typeface="Arial"/>
              </a:rPr>
              <a:t>Click to edit the outline text format</a:t>
            </a:r>
            <a:endParaRPr lang="en-US" sz="3200" b="0" u="none" strike="noStrike">
              <a:solidFill>
                <a:srgbClr val="FFFFFF"/>
              </a:solidFill>
              <a:latin typeface="Arial"/>
            </a:endParaRPr>
          </a:p>
          <a:p>
            <a:pPr marL="864000" lvl="1" indent="-324000">
              <a:spcBef>
                <a:spcPts val="1134"/>
              </a:spcBef>
              <a:buClr>
                <a:srgbClr val="FFFFFF"/>
              </a:buClr>
              <a:buSzPct val="75000"/>
              <a:buFont typeface="Symbol"/>
              <a:buChar char=""/>
              <a:defRPr/>
            </a:pPr>
            <a:r>
              <a:rPr lang="en-US" sz="2800" b="0" u="none" strike="noStrike">
                <a:solidFill>
                  <a:srgbClr val="FFFFFF"/>
                </a:solidFill>
                <a:latin typeface="Arial"/>
              </a:rPr>
              <a:t>Second Outline Level</a:t>
            </a:r>
            <a:endParaRPr lang="en-US" sz="2800" b="0" u="none" strike="noStrike">
              <a:solidFill>
                <a:srgbClr val="FFFFFF"/>
              </a:solidFill>
              <a:latin typeface="Arial"/>
            </a:endParaRPr>
          </a:p>
          <a:p>
            <a:pPr marL="1296000" lvl="2" indent="-288000">
              <a:spcBef>
                <a:spcPts val="850"/>
              </a:spcBef>
              <a:buClr>
                <a:srgbClr val="FFFFFF"/>
              </a:buClr>
              <a:buSzPct val="45000"/>
              <a:buFont typeface="Wingdings"/>
              <a:buChar char=""/>
              <a:defRPr/>
            </a:pPr>
            <a:r>
              <a:rPr lang="en-US" sz="2400" b="0" u="none" strike="noStrike">
                <a:solidFill>
                  <a:srgbClr val="FFFFFF"/>
                </a:solidFill>
                <a:latin typeface="Arial"/>
              </a:rPr>
              <a:t>Third Outline Level</a:t>
            </a:r>
            <a:endParaRPr lang="en-US" sz="2400" b="0" u="none" strike="noStrike">
              <a:solidFill>
                <a:srgbClr val="FFFFFF"/>
              </a:solidFill>
              <a:latin typeface="Arial"/>
            </a:endParaRPr>
          </a:p>
          <a:p>
            <a:pPr marL="1728000" lvl="3" indent="-216000">
              <a:spcBef>
                <a:spcPts val="567"/>
              </a:spcBef>
              <a:buClr>
                <a:srgbClr val="FFFFFF"/>
              </a:buClr>
              <a:buSzPct val="75000"/>
              <a:buFont typeface="Symbol"/>
              <a:buChar char=""/>
              <a:defRPr/>
            </a:pPr>
            <a:r>
              <a:rPr lang="en-US" sz="2000" b="0" u="none" strike="noStrike">
                <a:solidFill>
                  <a:srgbClr val="FFFFFF"/>
                </a:solidFill>
                <a:latin typeface="Arial"/>
              </a:rPr>
              <a:t>Fourth Outline Level</a:t>
            </a:r>
            <a:endParaRPr lang="en-US" sz="2000" b="0" u="none" strike="noStrike">
              <a:solidFill>
                <a:srgbClr val="FFFFFF"/>
              </a:solidFill>
              <a:latin typeface="Arial"/>
            </a:endParaRPr>
          </a:p>
          <a:p>
            <a:pPr marL="2160000" lvl="4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/>
              <a:buChar char=""/>
              <a:defRPr/>
            </a:pPr>
            <a:r>
              <a:rPr lang="en-US" sz="2000" b="0" u="none" strike="noStrike">
                <a:solidFill>
                  <a:srgbClr val="FFFFFF"/>
                </a:solidFill>
                <a:latin typeface="Arial"/>
              </a:rPr>
              <a:t>Fifth Outline Level</a:t>
            </a:r>
            <a:endParaRPr lang="en-US" sz="2000" b="0" u="none" strike="noStrike">
              <a:solidFill>
                <a:srgbClr val="FFFFFF"/>
              </a:solidFill>
              <a:latin typeface="Arial"/>
            </a:endParaRPr>
          </a:p>
          <a:p>
            <a:pPr marL="2592000" lvl="5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/>
              <a:buChar char=""/>
              <a:defRPr/>
            </a:pPr>
            <a:r>
              <a:rPr lang="en-US" sz="2000" b="0" u="none" strike="noStrike">
                <a:solidFill>
                  <a:srgbClr val="FFFFFF"/>
                </a:solidFill>
                <a:latin typeface="Arial"/>
              </a:rPr>
              <a:t>Sixth Outline Level</a:t>
            </a:r>
            <a:endParaRPr lang="en-US" sz="2000" b="0" u="none" strike="noStrike">
              <a:solidFill>
                <a:srgbClr val="FFFFFF"/>
              </a:solidFill>
              <a:latin typeface="Arial"/>
            </a:endParaRPr>
          </a:p>
          <a:p>
            <a:pPr marL="3024000" lvl="6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/>
              <a:buChar char=""/>
              <a:defRPr/>
            </a:pPr>
            <a:r>
              <a:rPr lang="en-US" sz="2000" b="0" u="none" strike="noStrike">
                <a:solidFill>
                  <a:srgbClr val="FFFFFF"/>
                </a:solidFill>
                <a:latin typeface="Arial"/>
              </a:rPr>
              <a:t>Seventh Outline Level</a:t>
            </a:r>
            <a:endParaRPr lang="en-US" sz="2000" b="0" u="none" strike="noStrike">
              <a:solidFill>
                <a:srgbClr val="FFFFFF"/>
              </a:solidFill>
              <a:latin typeface="Arial"/>
            </a:endParaRPr>
          </a:p>
        </p:txBody>
      </p:sp>
    </p:spTree>
  </p:cSld>
  <p:clrMap bg1="dk1" tx1="lt1" bg2="dk2" tx2="lt2" accent1="accent1" accent2="accent2" accent3="accent3" accent4="accent4" accent5="accent5" accent6="accent6" hlink="hlink" folHlink="folHlink"/>
  <p:sldLayoutIdLst>
    <p:sldLayoutId id="2147483715" r:id="rId1"/>
    <p:sldLayoutId id="2147483716" r:id="rId2"/>
    <p:sldLayoutId id="2147483717" r:id="rId3"/>
    <p:sldLayoutId id="2147483718" r:id="rId4"/>
    <p:sldLayoutId id="2147483719" r:id="rId5"/>
    <p:sldLayoutId id="2147483720" r:id="rId6"/>
    <p:sldLayoutId id="2147483721" r:id="rId7"/>
  </p:sldLayoutIdLst>
</p:sldMaster>
</file>

<file path=ppt/slides/_rels/slide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40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.png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48034062" name="PlaceHolder 1"/>
          <p:cNvSpPr>
            <a:spLocks noGrp="1"/>
          </p:cNvSpPr>
          <p:nvPr>
            <p:ph type="title"/>
          </p:nvPr>
        </p:nvSpPr>
        <p:spPr bwMode="auto">
          <a:xfrm>
            <a:off x="1625040" y="584280"/>
            <a:ext cx="8733600" cy="1998360"/>
          </a:xfrm>
          <a:prstGeom prst="rect">
            <a:avLst/>
          </a:prstGeom>
          <a:noFill/>
          <a:ln w="0">
            <a:noFill/>
          </a:ln>
        </p:spPr>
        <p:txBody>
          <a:bodyPr vertOverflow="overflow" horzOverflow="overflow" vert="horz" wrap="square" lIns="122040" tIns="60840" rIns="122040" bIns="60840" numCol="1" spcCol="0" rtlCol="0" fromWordArt="0" anchor="b" anchorCtr="0" forceAA="0" upright="0" compatLnSpc="0">
            <a:normAutofit fontScale="90000" lnSpcReduction="2000"/>
          </a:bodyPr>
          <a:p>
            <a:pPr indent="0" defTabSz="1218960">
              <a:lnSpc>
                <a:spcPct val="90000"/>
              </a:lnSpc>
              <a:buNone/>
              <a:tabLst>
                <a:tab pos="0" algn="l"/>
              </a:tabLst>
              <a:defRPr/>
            </a:pPr>
            <a:r>
              <a:rPr lang="ru-RU" sz="5400" b="0" u="none" strike="noStrike">
                <a:solidFill>
                  <a:schemeClr val="lt1"/>
                </a:solidFill>
                <a:latin typeface="Calibri"/>
              </a:rPr>
              <a:t>Создание </a:t>
            </a:r>
            <a:r>
              <a:rPr lang="ru-RU" sz="5400" b="0" u="none" strike="noStrike">
                <a:solidFill>
                  <a:schemeClr val="lt1"/>
                </a:solidFill>
                <a:latin typeface="Calibri"/>
              </a:rPr>
              <a:t>децентрализованной сети на основе </a:t>
            </a:r>
            <a:r>
              <a:rPr lang="en-US" sz="5400" b="0" u="none" strike="noStrike">
                <a:solidFill>
                  <a:schemeClr val="lt1"/>
                </a:solidFill>
                <a:latin typeface="Calibri"/>
              </a:rPr>
              <a:t>IPv6 </a:t>
            </a:r>
            <a:r>
              <a:rPr lang="ru-RU" sz="5400" b="0" u="none" strike="noStrike">
                <a:solidFill>
                  <a:schemeClr val="lt1"/>
                </a:solidFill>
                <a:latin typeface="Calibri"/>
              </a:rPr>
              <a:t>и концепциях </a:t>
            </a:r>
            <a:r>
              <a:rPr lang="en-US" sz="5400" b="0" u="none" strike="noStrike">
                <a:solidFill>
                  <a:schemeClr val="lt1"/>
                </a:solidFill>
                <a:latin typeface="Calibri"/>
              </a:rPr>
              <a:t>Web3</a:t>
            </a:r>
            <a:endParaRPr lang="en-US" sz="5400" b="0" u="none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385855192" name="PlaceHolder 2"/>
          <p:cNvSpPr>
            <a:spLocks noGrp="1"/>
          </p:cNvSpPr>
          <p:nvPr>
            <p:ph type="subTitle"/>
          </p:nvPr>
        </p:nvSpPr>
        <p:spPr bwMode="auto">
          <a:xfrm>
            <a:off x="1625040" y="2616120"/>
            <a:ext cx="9363960" cy="2539080"/>
          </a:xfrm>
          <a:prstGeom prst="rect">
            <a:avLst/>
          </a:prstGeom>
          <a:noFill/>
          <a:ln w="0">
            <a:noFill/>
          </a:ln>
        </p:spPr>
        <p:txBody>
          <a:bodyPr lIns="122040" tIns="60840" rIns="122040" bIns="60840" anchor="t">
            <a:normAutofit/>
          </a:bodyPr>
          <a:p>
            <a:pPr indent="0" defTabSz="1218960">
              <a:lnSpc>
                <a:spcPct val="90000"/>
              </a:lnSpc>
              <a:buNone/>
              <a:tabLst>
                <a:tab pos="0" algn="l"/>
              </a:tabLst>
              <a:defRPr/>
            </a:pPr>
            <a:r>
              <a:rPr lang="ru" sz="2800" b="0" u="none" strike="noStrike" cap="all" spc="201">
                <a:solidFill>
                  <a:schemeClr val="accent1"/>
                </a:solidFill>
                <a:latin typeface="Calibri"/>
              </a:rPr>
              <a:t>Проект по </a:t>
            </a:r>
            <a:r>
              <a:rPr lang="ru-RU" sz="2800" b="0" u="none" strike="noStrike" cap="all" spc="200">
                <a:solidFill>
                  <a:schemeClr val="accent1"/>
                </a:solidFill>
                <a:latin typeface="Calibri"/>
              </a:rPr>
              <a:t>Информатике</a:t>
            </a:r>
            <a:endParaRPr lang="en-US" sz="2800" b="0" u="none" strike="noStrike">
              <a:solidFill>
                <a:srgbClr val="FFFFFF"/>
              </a:solidFill>
              <a:latin typeface="Arial"/>
            </a:endParaRPr>
          </a:p>
          <a:p>
            <a:pPr indent="0" defTabSz="1218960">
              <a:lnSpc>
                <a:spcPct val="90000"/>
              </a:lnSpc>
              <a:buNone/>
              <a:tabLst>
                <a:tab pos="0" algn="l"/>
              </a:tabLst>
              <a:defRPr/>
            </a:pPr>
            <a:r>
              <a:rPr lang="ru-RU" sz="2800" b="0" u="none" strike="noStrike" cap="all" spc="201">
                <a:solidFill>
                  <a:schemeClr val="accent1"/>
                </a:solidFill>
                <a:latin typeface="Calibri"/>
              </a:rPr>
              <a:t>Н</a:t>
            </a:r>
            <a:r>
              <a:rPr lang="ru" sz="2800" b="0" u="none" strike="noStrike" cap="all" spc="201">
                <a:solidFill>
                  <a:schemeClr val="accent1"/>
                </a:solidFill>
                <a:latin typeface="Calibri"/>
              </a:rPr>
              <a:t>аправление информационная безопасность</a:t>
            </a:r>
            <a:endParaRPr lang="en-US" sz="2800" b="0" u="none" strike="noStrike">
              <a:solidFill>
                <a:srgbClr val="FFFFFF"/>
              </a:solidFill>
              <a:latin typeface="Arial"/>
            </a:endParaRPr>
          </a:p>
          <a:p>
            <a:pPr indent="0" defTabSz="1218960">
              <a:lnSpc>
                <a:spcPct val="90000"/>
              </a:lnSpc>
              <a:buNone/>
              <a:tabLst>
                <a:tab pos="0" algn="l"/>
              </a:tabLst>
              <a:defRPr/>
            </a:pPr>
            <a:endParaRPr lang="en-US" sz="2800" b="0" u="none" strike="noStrike">
              <a:solidFill>
                <a:srgbClr val="FFFFFF"/>
              </a:solidFill>
              <a:latin typeface="Arial"/>
            </a:endParaRPr>
          </a:p>
          <a:p>
            <a:pPr indent="0" defTabSz="1218960">
              <a:lnSpc>
                <a:spcPct val="90000"/>
              </a:lnSpc>
              <a:buNone/>
              <a:tabLst>
                <a:tab pos="0" algn="l"/>
              </a:tabLst>
              <a:defRPr/>
            </a:pPr>
            <a:endParaRPr lang="en-US" sz="2800" b="0" u="none" strike="noStrike">
              <a:solidFill>
                <a:srgbClr val="FFFFFF"/>
              </a:solidFill>
              <a:latin typeface="Arial"/>
            </a:endParaRPr>
          </a:p>
          <a:p>
            <a:pPr indent="0" defTabSz="1218960">
              <a:lnSpc>
                <a:spcPct val="90000"/>
              </a:lnSpc>
              <a:buNone/>
              <a:tabLst>
                <a:tab pos="0" algn="l"/>
              </a:tabLst>
              <a:defRPr/>
            </a:pPr>
            <a:r>
              <a:rPr lang="ru" sz="1400" b="0" u="none" strike="noStrike" cap="all" spc="201">
                <a:solidFill>
                  <a:schemeClr val="accent1"/>
                </a:solidFill>
                <a:latin typeface="Calibri"/>
              </a:rPr>
              <a:t>МБОУ Гимназия г.Новый Уренгой</a:t>
            </a:r>
            <a:endParaRPr lang="en-US" sz="1400" b="0" u="none" strike="noStrike">
              <a:solidFill>
                <a:srgbClr val="FFFFFF"/>
              </a:solidFill>
              <a:latin typeface="Arial"/>
            </a:endParaRPr>
          </a:p>
          <a:p>
            <a:pPr indent="0" defTabSz="1218960">
              <a:lnSpc>
                <a:spcPct val="90000"/>
              </a:lnSpc>
              <a:buNone/>
              <a:tabLst>
                <a:tab pos="0" algn="l"/>
              </a:tabLst>
              <a:defRPr/>
            </a:pPr>
            <a:r>
              <a:rPr lang="ru" sz="1400" b="0" u="none" strike="noStrike" cap="all" spc="201">
                <a:solidFill>
                  <a:schemeClr val="accent1"/>
                </a:solidFill>
                <a:latin typeface="Calibri"/>
              </a:rPr>
              <a:t>В</a:t>
            </a:r>
            <a:r>
              <a:rPr lang="ru-RU" sz="1400" b="0" u="none" strike="noStrike" cap="all" spc="201">
                <a:solidFill>
                  <a:schemeClr val="accent1"/>
                </a:solidFill>
                <a:latin typeface="Calibri"/>
              </a:rPr>
              <a:t>ы</a:t>
            </a:r>
            <a:r>
              <a:rPr lang="ru" sz="1400" b="0" u="none" strike="noStrike" cap="all" spc="201">
                <a:solidFill>
                  <a:schemeClr val="accent1"/>
                </a:solidFill>
                <a:latin typeface="Calibri"/>
              </a:rPr>
              <a:t>полнил: Брылёв Альберт Витальевич</a:t>
            </a:r>
            <a:endParaRPr lang="en-US" sz="1400" b="0" u="none" strike="noStrike">
              <a:solidFill>
                <a:srgbClr val="FFFFFF"/>
              </a:solidFill>
              <a:latin typeface="Arial"/>
            </a:endParaRPr>
          </a:p>
          <a:p>
            <a:pPr indent="0" defTabSz="1218960">
              <a:lnSpc>
                <a:spcPct val="90000"/>
              </a:lnSpc>
              <a:buNone/>
              <a:tabLst>
                <a:tab pos="0" algn="l"/>
              </a:tabLst>
              <a:defRPr/>
            </a:pPr>
            <a:r>
              <a:rPr lang="ru" sz="1400" b="0" u="none" strike="noStrike" cap="all" spc="201">
                <a:solidFill>
                  <a:schemeClr val="accent1"/>
                </a:solidFill>
                <a:latin typeface="Calibri"/>
              </a:rPr>
              <a:t>Руководитель: Оборин Дмитрий евгеньевич</a:t>
            </a:r>
            <a:endParaRPr lang="en-US" sz="1400" b="0" u="none" strike="noStrike">
              <a:solidFill>
                <a:srgbClr val="FFFFFF"/>
              </a:solidFill>
              <a:latin typeface="Arial"/>
            </a:endParaRPr>
          </a:p>
          <a:p>
            <a:pPr indent="0" defTabSz="1218960">
              <a:lnSpc>
                <a:spcPct val="90000"/>
              </a:lnSpc>
              <a:buNone/>
              <a:tabLst>
                <a:tab pos="0" algn="l"/>
              </a:tabLst>
              <a:defRPr/>
            </a:pPr>
            <a:r>
              <a:rPr lang="ru" sz="1400" b="0" u="none" strike="noStrike" cap="all" spc="201">
                <a:solidFill>
                  <a:schemeClr val="accent1"/>
                </a:solidFill>
                <a:latin typeface="Calibri"/>
              </a:rPr>
              <a:t>2025 г.</a:t>
            </a:r>
            <a:endParaRPr lang="en-US" sz="1400" b="0" u="none" strike="noStrike">
              <a:solidFill>
                <a:srgbClr val="FFFFFF"/>
              </a:solidFill>
              <a:latin typeface="Arial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spd="med" p14:dur="700" advClick="1">
        <p:fade thruBlk="0"/>
      </p:transition>
    </mc:Choice>
    <mc:Fallback>
      <p:transition spd="med" advClick="1">
        <p:fade thruBlk="0"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67300388" name="PlaceHolder 1"/>
          <p:cNvSpPr>
            <a:spLocks noGrp="1"/>
          </p:cNvSpPr>
          <p:nvPr>
            <p:ph type="title"/>
          </p:nvPr>
        </p:nvSpPr>
        <p:spPr bwMode="auto">
          <a:xfrm>
            <a:off x="1218960" y="274680"/>
            <a:ext cx="10358640" cy="1222200"/>
          </a:xfrm>
          <a:prstGeom prst="rect">
            <a:avLst/>
          </a:prstGeom>
          <a:noFill/>
          <a:ln w="0">
            <a:noFill/>
          </a:ln>
        </p:spPr>
        <p:txBody>
          <a:bodyPr lIns="122040" tIns="60840" rIns="122040" bIns="60840" anchor="b">
            <a:noAutofit/>
          </a:bodyPr>
          <a:p>
            <a:pPr indent="0" defTabSz="1218960">
              <a:lnSpc>
                <a:spcPct val="90000"/>
              </a:lnSpc>
              <a:buNone/>
              <a:tabLst>
                <a:tab pos="0" algn="l"/>
              </a:tabLst>
              <a:defRPr/>
            </a:pPr>
            <a:r>
              <a:rPr lang="ru-RU" sz="3600" b="0" u="none" strike="noStrike">
                <a:solidFill>
                  <a:schemeClr val="lt1"/>
                </a:solidFill>
                <a:latin typeface="Calibri"/>
              </a:rPr>
              <a:t>Актуальность</a:t>
            </a:r>
            <a:r>
              <a:rPr lang="en-US" sz="3600" b="0" u="none" strike="noStrike">
                <a:solidFill>
                  <a:srgbClr val="FFFFFF"/>
                </a:solidFill>
                <a:latin typeface="Arial"/>
              </a:rPr>
              <a:t> </a:t>
            </a:r>
            <a:r>
              <a:rPr lang="ru-RU" sz="3600" b="0" u="none" strike="noStrike">
                <a:solidFill>
                  <a:srgbClr val="FFFFFF"/>
                </a:solidFill>
                <a:latin typeface="Arial"/>
              </a:rPr>
              <a:t>и проблема</a:t>
            </a:r>
            <a:endParaRPr lang="en-US" sz="3600" b="0" u="none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16266842" name="PlaceHolder 2"/>
          <p:cNvSpPr>
            <a:spLocks noGrp="1"/>
          </p:cNvSpPr>
          <p:nvPr>
            <p:ph/>
          </p:nvPr>
        </p:nvSpPr>
        <p:spPr bwMode="auto">
          <a:xfrm>
            <a:off x="1218960" y="1706758"/>
            <a:ext cx="6242039" cy="4463640"/>
          </a:xfrm>
          <a:prstGeom prst="rect">
            <a:avLst/>
          </a:prstGeom>
          <a:noFill/>
          <a:ln w="0">
            <a:noFill/>
          </a:ln>
        </p:spPr>
        <p:txBody>
          <a:bodyPr lIns="122040" tIns="60840" rIns="122040" bIns="60840" anchor="t">
            <a:noAutofit/>
          </a:bodyPr>
          <a:p>
            <a:pPr>
              <a:defRPr/>
            </a:pPr>
            <a:r>
              <a:rPr sz="2200" b="1" i="0" u="none">
                <a:solidFill>
                  <a:schemeClr val="tx1"/>
                </a:solidFill>
                <a:latin typeface="Times New Roman"/>
                <a:ea typeface="Times New Roman"/>
                <a:cs typeface="Times New Roman"/>
              </a:rPr>
              <a:t>Актуальность:</a:t>
            </a:r>
            <a:endParaRPr sz="2200">
              <a:solidFill>
                <a:schemeClr val="tx1"/>
              </a:solidFill>
            </a:endParaRPr>
          </a:p>
          <a:p>
            <a:pPr marL="327936" indent="-327936">
              <a:buFont typeface="Arial"/>
              <a:buChar char="•"/>
              <a:defRPr/>
            </a:pPr>
            <a:r>
              <a:rPr sz="2200" b="0" i="0" u="none">
                <a:solidFill>
                  <a:schemeClr val="tx1"/>
                </a:solidFill>
                <a:latin typeface="Times New Roman"/>
                <a:ea typeface="Times New Roman"/>
                <a:cs typeface="Times New Roman"/>
              </a:rPr>
              <a:t>Рост числа устройств</a:t>
            </a:r>
            <a:endParaRPr sz="2200">
              <a:solidFill>
                <a:schemeClr val="tx1"/>
              </a:solidFill>
            </a:endParaRPr>
          </a:p>
          <a:p>
            <a:pPr marL="327936" indent="-327936">
              <a:buFont typeface="Arial"/>
              <a:buChar char="•"/>
              <a:defRPr/>
            </a:pPr>
            <a:r>
              <a:rPr sz="2200" b="0" i="0" u="none">
                <a:solidFill>
                  <a:schemeClr val="tx1"/>
                </a:solidFill>
                <a:latin typeface="Times New Roman"/>
                <a:ea typeface="Times New Roman"/>
                <a:cs typeface="Times New Roman"/>
              </a:rPr>
              <a:t>Требование к надёжному прямому взаимодействию</a:t>
            </a:r>
            <a:endParaRPr sz="2200">
              <a:solidFill>
                <a:schemeClr val="tx1"/>
              </a:solidFill>
            </a:endParaRPr>
          </a:p>
          <a:p>
            <a:pPr marL="327936" indent="-327936">
              <a:buFont typeface="Arial"/>
              <a:buChar char="•"/>
              <a:defRPr/>
            </a:pPr>
            <a:r>
              <a:rPr sz="2200" b="0" i="0" u="none">
                <a:solidFill>
                  <a:schemeClr val="tx1"/>
                </a:solidFill>
                <a:latin typeface="Times New Roman"/>
                <a:ea typeface="Times New Roman"/>
                <a:cs typeface="Times New Roman"/>
              </a:rPr>
              <a:t>Тренд Web3 и распределённых систем</a:t>
            </a:r>
            <a:endParaRPr sz="2200">
              <a:solidFill>
                <a:schemeClr val="tx1"/>
              </a:solidFill>
            </a:endParaRPr>
          </a:p>
        </p:txBody>
      </p:sp>
      <p:sp>
        <p:nvSpPr>
          <p:cNvPr id="320832405" name=""/>
          <p:cNvSpPr/>
          <p:nvPr/>
        </p:nvSpPr>
        <p:spPr bwMode="auto">
          <a:xfrm flipH="0" flipV="0">
            <a:off x="1218960" y="3890410"/>
            <a:ext cx="5287615" cy="1432919"/>
          </a:xfrm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upright="0" compatLnSpc="1">
            <a:prstTxWarp prst="textNoShape"/>
            <a:spAutoFit/>
          </a:bodyPr>
          <a:p>
            <a:pPr>
              <a:defRPr/>
            </a:pPr>
            <a:r>
              <a:rPr sz="2200" b="1" i="0" u="none">
                <a:solidFill>
                  <a:schemeClr val="tx1"/>
                </a:solidFill>
                <a:latin typeface="Times New Roman"/>
                <a:ea typeface="Times New Roman"/>
                <a:cs typeface="Times New Roman"/>
              </a:rPr>
              <a:t>Проблема:</a:t>
            </a:r>
            <a:endParaRPr sz="2200">
              <a:solidFill>
                <a:schemeClr val="tx1"/>
              </a:solidFill>
            </a:endParaRPr>
          </a:p>
          <a:p>
            <a:pPr marL="327936" indent="-327936">
              <a:buFont typeface="Arial"/>
              <a:buChar char="•"/>
              <a:defRPr/>
            </a:pPr>
            <a:r>
              <a:rPr sz="2200" b="0" i="0" u="none">
                <a:solidFill>
                  <a:schemeClr val="tx1"/>
                </a:solidFill>
                <a:latin typeface="Times New Roman"/>
                <a:ea typeface="Times New Roman"/>
                <a:cs typeface="Times New Roman"/>
              </a:rPr>
              <a:t>Централизация сервисов</a:t>
            </a:r>
            <a:endParaRPr sz="2200">
              <a:solidFill>
                <a:schemeClr val="tx1"/>
              </a:solidFill>
            </a:endParaRPr>
          </a:p>
          <a:p>
            <a:pPr marL="327936" indent="-327936">
              <a:buFont typeface="Arial"/>
              <a:buChar char="•"/>
              <a:defRPr/>
            </a:pPr>
            <a:r>
              <a:rPr sz="2200" b="0" i="0" u="none">
                <a:solidFill>
                  <a:schemeClr val="tx1"/>
                </a:solidFill>
                <a:latin typeface="Times New Roman"/>
                <a:ea typeface="Times New Roman"/>
                <a:cs typeface="Times New Roman"/>
              </a:rPr>
              <a:t>IPv4 + NAT мешают p2p</a:t>
            </a:r>
            <a:endParaRPr sz="2200">
              <a:solidFill>
                <a:schemeClr val="tx1"/>
              </a:solidFill>
            </a:endParaRPr>
          </a:p>
          <a:p>
            <a:pPr marL="327936" indent="-327936">
              <a:buFont typeface="Arial"/>
              <a:buChar char="•"/>
              <a:defRPr/>
            </a:pPr>
            <a:r>
              <a:rPr sz="2200" b="0" i="0" u="none">
                <a:solidFill>
                  <a:schemeClr val="tx1"/>
                </a:solidFill>
                <a:latin typeface="Times New Roman"/>
                <a:ea typeface="Times New Roman"/>
                <a:cs typeface="Times New Roman"/>
              </a:rPr>
              <a:t>Высокие задержки и точки отказа</a:t>
            </a:r>
            <a:endParaRPr sz="2200">
              <a:solidFill>
                <a:schemeClr val="tx1"/>
              </a:solidFill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spd="med" p14:dur="700" advClick="1">
        <p:fade thruBlk="0"/>
      </p:transition>
    </mc:Choice>
    <mc:Fallback>
      <p:transition spd="med" advClick="1">
        <p:fade thruBlk="0"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689289285" name="PlaceHolder 1"/>
          <p:cNvSpPr>
            <a:spLocks noGrp="1"/>
          </p:cNvSpPr>
          <p:nvPr/>
        </p:nvSpPr>
        <p:spPr bwMode="auto">
          <a:xfrm>
            <a:off x="1218960" y="274680"/>
            <a:ext cx="10358640" cy="1222200"/>
          </a:xfrm>
          <a:prstGeom prst="rect">
            <a:avLst/>
          </a:prstGeom>
          <a:noFill/>
          <a:ln w="0">
            <a:noFill/>
          </a:ln>
        </p:spPr>
        <p:txBody>
          <a:bodyPr lIns="122040" tIns="60840" rIns="122040" bIns="60840" anchor="b">
            <a:noAutofit/>
          </a:bodyPr>
          <a:lstStyle/>
          <a:p>
            <a:pPr indent="0" defTabSz="1218960">
              <a:lnSpc>
                <a:spcPct val="90000"/>
              </a:lnSpc>
              <a:buNone/>
              <a:tabLst>
                <a:tab pos="0" algn="l"/>
              </a:tabLst>
              <a:defRPr/>
            </a:pPr>
            <a:r>
              <a:rPr lang="ru-RU" sz="3600" b="0" u="none" strike="noStrike">
                <a:solidFill>
                  <a:schemeClr val="lt1"/>
                </a:solidFill>
                <a:latin typeface="Calibri"/>
              </a:rPr>
              <a:t>Децентрализация, </a:t>
            </a:r>
            <a:r>
              <a:rPr lang="en-US" sz="3600" b="0" u="none" strike="noStrike">
                <a:solidFill>
                  <a:schemeClr val="lt1"/>
                </a:solidFill>
                <a:latin typeface="Calibri"/>
              </a:rPr>
              <a:t>Web3</a:t>
            </a:r>
            <a:r>
              <a:rPr lang="ru-RU" sz="3600" b="0" u="none" strike="noStrike">
                <a:solidFill>
                  <a:schemeClr val="lt1"/>
                </a:solidFill>
                <a:latin typeface="Calibri"/>
              </a:rPr>
              <a:t> и </a:t>
            </a:r>
            <a:r>
              <a:rPr lang="en-US" sz="3600" b="0" u="none" strike="noStrike">
                <a:solidFill>
                  <a:schemeClr val="lt1"/>
                </a:solidFill>
                <a:latin typeface="Calibri"/>
              </a:rPr>
              <a:t>IPv6</a:t>
            </a:r>
            <a:endParaRPr lang="en-US" sz="3600" b="0" u="none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406203845" name=""/>
          <p:cNvSpPr txBox="1"/>
          <p:nvPr/>
        </p:nvSpPr>
        <p:spPr bwMode="auto">
          <a:xfrm rot="0" flipH="0" flipV="0">
            <a:off x="1218960" y="1742072"/>
            <a:ext cx="10096759" cy="1618519"/>
          </a:xfrm>
          <a:prstGeom prst="rect">
            <a:avLst/>
          </a:prstGeom>
          <a:noFill/>
        </p:spPr>
        <p:txBody>
          <a:bodyPr vertOverflow="overflow" horzOverflow="overflow" vert="horz" wrap="none" lIns="91440" tIns="45720" rIns="91440" bIns="45720" numCol="1" spcCol="0" rtlCol="0" fromWordArt="0" anchor="t" anchorCtr="0" forceAA="0" upright="0" compatLnSpc="0">
            <a:spAutoFit/>
          </a:bodyPr>
          <a:p>
            <a:pPr>
              <a:lnSpc>
                <a:spcPct val="150000"/>
              </a:lnSpc>
              <a:defRPr/>
            </a:pPr>
            <a:r>
              <a:rPr lang="ru-RU" sz="2200">
                <a:solidFill>
                  <a:schemeClr val="tx1"/>
                </a:solidFill>
              </a:rPr>
              <a:t>Децентрализация - нет единой точки отказа</a:t>
            </a:r>
            <a:endParaRPr lang="ru-RU" sz="2200">
              <a:solidFill>
                <a:schemeClr val="tx1"/>
              </a:solidFill>
            </a:endParaRPr>
          </a:p>
          <a:p>
            <a:pPr>
              <a:lnSpc>
                <a:spcPct val="150000"/>
              </a:lnSpc>
              <a:defRPr/>
            </a:pPr>
            <a:r>
              <a:rPr lang="en-US" sz="2200">
                <a:solidFill>
                  <a:schemeClr val="tx1"/>
                </a:solidFill>
              </a:rPr>
              <a:t>Web3 - </a:t>
            </a:r>
            <a:r>
              <a:rPr lang="ru-RU" sz="2200">
                <a:solidFill>
                  <a:schemeClr val="tx1"/>
                </a:solidFill>
              </a:rPr>
              <a:t>крипто-индентификация </a:t>
            </a:r>
            <a:r>
              <a:rPr lang="en-US" sz="2200">
                <a:solidFill>
                  <a:schemeClr val="tx1"/>
                </a:solidFill>
              </a:rPr>
              <a:t>(DID), </a:t>
            </a:r>
            <a:r>
              <a:rPr lang="ru-RU" sz="2200">
                <a:solidFill>
                  <a:schemeClr val="tx1"/>
                </a:solidFill>
              </a:rPr>
              <a:t>проверяемые действия, доверие без центра</a:t>
            </a:r>
            <a:endParaRPr lang="ru-RU" sz="2200">
              <a:solidFill>
                <a:schemeClr val="tx1"/>
              </a:solidFill>
            </a:endParaRPr>
          </a:p>
          <a:p>
            <a:pPr>
              <a:lnSpc>
                <a:spcPct val="150000"/>
              </a:lnSpc>
              <a:defRPr/>
            </a:pPr>
            <a:r>
              <a:rPr lang="en-US" sz="2200">
                <a:solidFill>
                  <a:schemeClr val="tx1"/>
                </a:solidFill>
              </a:rPr>
              <a:t>IPv6 - </a:t>
            </a:r>
            <a:r>
              <a:rPr lang="ru-RU" sz="2200">
                <a:solidFill>
                  <a:schemeClr val="tx1"/>
                </a:solidFill>
              </a:rPr>
              <a:t>адресное пространство 340 </a:t>
            </a:r>
            <a:r>
              <a:rPr lang="ru-RU" sz="2200" b="0" i="0" u="none">
                <a:solidFill>
                  <a:srgbClr val="E8E6E3"/>
                </a:solidFill>
                <a:latin typeface="Liberation Sans"/>
                <a:ea typeface="Liberation Sans"/>
                <a:cs typeface="Liberation Sans"/>
              </a:rPr>
              <a:t>ундециллионов</a:t>
            </a:r>
            <a:endParaRPr sz="2200">
              <a:solidFill>
                <a:schemeClr val="tx1"/>
              </a:solidFill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spd="med" p14:dur="700" advClick="1">
        <p:fade thruBlk="0"/>
      </p:transition>
    </mc:Choice>
    <mc:Fallback>
      <p:transition spd="med" advClick="1">
        <p:fade thruBlk="0"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3434340" name="PlaceHolder 1"/>
          <p:cNvSpPr>
            <a:spLocks noGrp="1"/>
          </p:cNvSpPr>
          <p:nvPr>
            <p:ph type="title"/>
          </p:nvPr>
        </p:nvSpPr>
        <p:spPr bwMode="auto">
          <a:xfrm>
            <a:off x="1218960" y="274680"/>
            <a:ext cx="10358640" cy="1222200"/>
          </a:xfrm>
          <a:prstGeom prst="rect">
            <a:avLst/>
          </a:prstGeom>
          <a:noFill/>
          <a:ln w="0">
            <a:noFill/>
          </a:ln>
        </p:spPr>
        <p:txBody>
          <a:bodyPr lIns="122040" tIns="60840" rIns="122040" bIns="60840" anchor="b">
            <a:noAutofit/>
          </a:bodyPr>
          <a:p>
            <a:pPr indent="0" defTabSz="1218960">
              <a:lnSpc>
                <a:spcPct val="90000"/>
              </a:lnSpc>
              <a:buNone/>
              <a:tabLst>
                <a:tab pos="0" algn="l"/>
              </a:tabLst>
              <a:defRPr/>
            </a:pPr>
            <a:r>
              <a:rPr lang="ru-RU" sz="3600" b="0" u="none" strike="noStrike">
                <a:solidFill>
                  <a:schemeClr val="lt1"/>
                </a:solidFill>
                <a:latin typeface="Calibri"/>
              </a:rPr>
              <a:t>Аналоги</a:t>
            </a:r>
            <a:endParaRPr lang="en-US" sz="3600" b="0" u="none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032634065" name="TextBox 4"/>
          <p:cNvSpPr/>
          <p:nvPr/>
        </p:nvSpPr>
        <p:spPr bwMode="auto">
          <a:xfrm>
            <a:off x="1991682" y="4437000"/>
            <a:ext cx="180756" cy="242759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>
              <a:defRPr/>
            </a:pPr>
            <a:endParaRPr/>
          </a:p>
        </p:txBody>
      </p:sp>
      <p:sp>
        <p:nvSpPr>
          <p:cNvPr id="2006841651" name="TextBox 6"/>
          <p:cNvSpPr/>
          <p:nvPr/>
        </p:nvSpPr>
        <p:spPr bwMode="auto">
          <a:xfrm>
            <a:off x="7440120" y="4437000"/>
            <a:ext cx="180756" cy="242759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>
              <a:defRPr/>
            </a:pPr>
            <a:endParaRPr/>
          </a:p>
        </p:txBody>
      </p:sp>
      <p:sp>
        <p:nvSpPr>
          <p:cNvPr id="1115163131" name=""/>
          <p:cNvSpPr txBox="1"/>
          <p:nvPr/>
        </p:nvSpPr>
        <p:spPr bwMode="auto">
          <a:xfrm rot="0" flipH="0" flipV="0">
            <a:off x="1218960" y="1754605"/>
            <a:ext cx="7249984" cy="2103480"/>
          </a:xfrm>
          <a:prstGeom prst="rect">
            <a:avLst/>
          </a:prstGeom>
          <a:noFill/>
        </p:spPr>
        <p:txBody>
          <a:bodyPr vertOverflow="overflow" horzOverflow="overflow" vert="horz" wrap="none" lIns="91440" tIns="45720" rIns="91440" bIns="45720" numCol="1" spcCol="0" rtlCol="0" fromWordArt="0" anchor="t" anchorCtr="0" forceAA="0" upright="0" compatLnSpc="0">
            <a:spAutoFit/>
          </a:bodyPr>
          <a:p>
            <a:pPr lvl="0">
              <a:lnSpc>
                <a:spcPct val="150000"/>
              </a:lnSpc>
              <a:defRPr/>
            </a:pPr>
            <a:r>
              <a:rPr sz="2200">
                <a:solidFill>
                  <a:schemeClr val="tx1"/>
                </a:solidFill>
              </a:rPr>
              <a:t>libp2p - р</a:t>
            </a:r>
            <a:r>
              <a:rPr lang="ru-RU" sz="2200">
                <a:solidFill>
                  <a:schemeClr val="tx1"/>
                </a:solidFill>
              </a:rPr>
              <a:t>ешает p</a:t>
            </a:r>
            <a:r>
              <a:rPr lang="en-US" sz="2200">
                <a:solidFill>
                  <a:schemeClr val="tx1"/>
                </a:solidFill>
              </a:rPr>
              <a:t>2p-</a:t>
            </a:r>
            <a:r>
              <a:rPr lang="ru-RU" sz="2200">
                <a:solidFill>
                  <a:schemeClr val="tx1"/>
                </a:solidFill>
              </a:rPr>
              <a:t>оверлей, но не адресацию</a:t>
            </a:r>
            <a:endParaRPr lang="ru-RU" sz="2200">
              <a:solidFill>
                <a:schemeClr val="tx1"/>
              </a:solidFill>
            </a:endParaRPr>
          </a:p>
          <a:p>
            <a:pPr lvl="0">
              <a:lnSpc>
                <a:spcPct val="150000"/>
              </a:lnSpc>
              <a:defRPr/>
            </a:pPr>
            <a:r>
              <a:rPr lang="en-US" sz="2200">
                <a:solidFill>
                  <a:schemeClr val="tx1"/>
                </a:solidFill>
              </a:rPr>
              <a:t>IPFS - </a:t>
            </a:r>
            <a:r>
              <a:rPr lang="ru-RU" sz="2200">
                <a:solidFill>
                  <a:schemeClr val="tx1"/>
                </a:solidFill>
              </a:rPr>
              <a:t>хранение, но не </a:t>
            </a:r>
            <a:r>
              <a:rPr lang="en-US" sz="2200">
                <a:solidFill>
                  <a:schemeClr val="tx1"/>
                </a:solidFill>
              </a:rPr>
              <a:t>real-time </a:t>
            </a:r>
            <a:r>
              <a:rPr lang="ru-RU" sz="2200">
                <a:solidFill>
                  <a:schemeClr val="tx1"/>
                </a:solidFill>
              </a:rPr>
              <a:t>коммуникация</a:t>
            </a:r>
            <a:endParaRPr lang="ru-RU" sz="2200">
              <a:solidFill>
                <a:schemeClr val="tx1"/>
              </a:solidFill>
            </a:endParaRPr>
          </a:p>
          <a:p>
            <a:pPr lvl="0">
              <a:lnSpc>
                <a:spcPct val="150000"/>
              </a:lnSpc>
              <a:defRPr/>
            </a:pPr>
            <a:r>
              <a:rPr lang="en-US" sz="2200">
                <a:solidFill>
                  <a:schemeClr val="tx1"/>
                </a:solidFill>
              </a:rPr>
              <a:t>Matrix - </a:t>
            </a:r>
            <a:r>
              <a:rPr lang="ru-RU" sz="2200">
                <a:solidFill>
                  <a:schemeClr val="tx1"/>
                </a:solidFill>
              </a:rPr>
              <a:t>федеративная сеть</a:t>
            </a:r>
            <a:endParaRPr lang="ru-RU" sz="2200">
              <a:solidFill>
                <a:schemeClr val="tx1"/>
              </a:solidFill>
            </a:endParaRPr>
          </a:p>
          <a:p>
            <a:pPr lvl="0">
              <a:lnSpc>
                <a:spcPct val="150000"/>
              </a:lnSpc>
              <a:defRPr/>
            </a:pPr>
            <a:r>
              <a:rPr lang="en-US" sz="2200">
                <a:solidFill>
                  <a:schemeClr val="tx1"/>
                </a:solidFill>
              </a:rPr>
              <a:t>SSB - </a:t>
            </a:r>
            <a:r>
              <a:rPr lang="ru-RU" sz="2200">
                <a:solidFill>
                  <a:schemeClr val="tx1"/>
                </a:solidFill>
              </a:rPr>
              <a:t>оффлайн и репликация, но не подходит для </a:t>
            </a:r>
            <a:r>
              <a:rPr lang="en-US" sz="2200">
                <a:solidFill>
                  <a:schemeClr val="tx1"/>
                </a:solidFill>
              </a:rPr>
              <a:t>streaming</a:t>
            </a:r>
            <a:endParaRPr lang="ru-RU" sz="2200">
              <a:solidFill>
                <a:schemeClr val="tx1"/>
              </a:solidFill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spd="med" p14:dur="700" advClick="1">
        <p:fade thruBlk="0"/>
      </p:transition>
    </mc:Choice>
    <mc:Fallback>
      <p:transition spd="med" advClick="1">
        <p:fade thruBlk="0"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78464846" name="PlaceHolder 1"/>
          <p:cNvSpPr>
            <a:spLocks noGrp="1"/>
          </p:cNvSpPr>
          <p:nvPr>
            <p:ph type="title"/>
          </p:nvPr>
        </p:nvSpPr>
        <p:spPr bwMode="auto">
          <a:xfrm>
            <a:off x="1218960" y="274680"/>
            <a:ext cx="10358640" cy="1222200"/>
          </a:xfrm>
          <a:prstGeom prst="rect">
            <a:avLst/>
          </a:prstGeom>
          <a:noFill/>
          <a:ln w="0">
            <a:noFill/>
          </a:ln>
        </p:spPr>
        <p:txBody>
          <a:bodyPr lIns="122040" tIns="60840" rIns="122040" bIns="60840" anchor="b">
            <a:noAutofit/>
          </a:bodyPr>
          <a:p>
            <a:pPr indent="0" defTabSz="1218960">
              <a:lnSpc>
                <a:spcPct val="90000"/>
              </a:lnSpc>
              <a:buNone/>
              <a:tabLst>
                <a:tab pos="0" algn="l"/>
              </a:tabLst>
              <a:defRPr/>
            </a:pPr>
            <a:r>
              <a:rPr lang="ru-RU" sz="3600" b="0" u="none" strike="noStrike">
                <a:solidFill>
                  <a:schemeClr val="lt1"/>
                </a:solidFill>
                <a:latin typeface="Calibri"/>
              </a:rPr>
              <a:t>Цели и задачи</a:t>
            </a:r>
            <a:endParaRPr lang="en-US" sz="3600" b="0" u="none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612064232" name="PlaceHolder 2"/>
          <p:cNvSpPr>
            <a:spLocks noGrp="1"/>
          </p:cNvSpPr>
          <p:nvPr>
            <p:ph/>
          </p:nvPr>
        </p:nvSpPr>
        <p:spPr bwMode="auto">
          <a:xfrm>
            <a:off x="1218960" y="1701720"/>
            <a:ext cx="10358640" cy="4460400"/>
          </a:xfrm>
          <a:prstGeom prst="rect">
            <a:avLst/>
          </a:prstGeom>
          <a:noFill/>
          <a:ln w="0">
            <a:noFill/>
          </a:ln>
        </p:spPr>
        <p:txBody>
          <a:bodyPr lIns="122040" tIns="60840" rIns="122040" bIns="60840" anchor="t">
            <a:noAutofit/>
          </a:bodyPr>
          <a:p>
            <a:pPr>
              <a:lnSpc>
                <a:spcPct val="114999"/>
              </a:lnSpc>
              <a:defRPr/>
            </a:pPr>
            <a:r>
              <a:rPr lang="ru-RU" sz="2200">
                <a:solidFill>
                  <a:schemeClr val="tx1"/>
                </a:solidFill>
              </a:rPr>
              <a:t>Цель: создать архитектуру децентрализованной </a:t>
            </a:r>
            <a:r>
              <a:rPr lang="en-US" sz="2200">
                <a:solidFill>
                  <a:schemeClr val="tx1"/>
                </a:solidFill>
              </a:rPr>
              <a:t>P2P-</a:t>
            </a:r>
            <a:r>
              <a:rPr lang="ru-RU" sz="2200">
                <a:solidFill>
                  <a:schemeClr val="tx1"/>
                </a:solidFill>
              </a:rPr>
              <a:t>сети на базе </a:t>
            </a:r>
            <a:r>
              <a:rPr lang="en-US" sz="2200">
                <a:solidFill>
                  <a:schemeClr val="tx1"/>
                </a:solidFill>
              </a:rPr>
              <a:t>IPv6 </a:t>
            </a:r>
            <a:r>
              <a:rPr lang="ru-RU" sz="2200">
                <a:solidFill>
                  <a:schemeClr val="tx1"/>
                </a:solidFill>
              </a:rPr>
              <a:t>и </a:t>
            </a:r>
            <a:r>
              <a:rPr lang="en-US" sz="2200">
                <a:solidFill>
                  <a:schemeClr val="tx1"/>
                </a:solidFill>
              </a:rPr>
              <a:t>Web3</a:t>
            </a:r>
            <a:endParaRPr lang="en-US" sz="2200">
              <a:solidFill>
                <a:schemeClr val="tx1"/>
              </a:solidFill>
            </a:endParaRPr>
          </a:p>
          <a:p>
            <a:pPr>
              <a:lnSpc>
                <a:spcPct val="114999"/>
              </a:lnSpc>
              <a:defRPr/>
            </a:pPr>
            <a:r>
              <a:rPr lang="ru-RU" sz="2200">
                <a:solidFill>
                  <a:schemeClr val="tx1"/>
                </a:solidFill>
              </a:rPr>
              <a:t>Задачи:</a:t>
            </a:r>
            <a:endParaRPr lang="ru-RU" sz="2200">
              <a:solidFill>
                <a:schemeClr val="tx1"/>
              </a:solidFill>
            </a:endParaRPr>
          </a:p>
          <a:p>
            <a:pPr marL="327936" indent="-327936">
              <a:lnSpc>
                <a:spcPct val="150000"/>
              </a:lnSpc>
              <a:buAutoNum type="arabicPeriod"/>
              <a:defRPr/>
            </a:pPr>
            <a:r>
              <a:rPr lang="ru-RU" sz="2200">
                <a:solidFill>
                  <a:schemeClr val="tx1"/>
                </a:solidFill>
              </a:rPr>
              <a:t>Создать механизм идентификации</a:t>
            </a:r>
            <a:endParaRPr lang="ru-RU" sz="2200">
              <a:solidFill>
                <a:schemeClr val="tx1"/>
              </a:solidFill>
            </a:endParaRPr>
          </a:p>
          <a:p>
            <a:pPr marL="327936" indent="-327936">
              <a:lnSpc>
                <a:spcPct val="150000"/>
              </a:lnSpc>
              <a:buAutoNum type="arabicPeriod"/>
              <a:defRPr/>
            </a:pPr>
            <a:r>
              <a:rPr lang="ru-RU" sz="2200">
                <a:solidFill>
                  <a:schemeClr val="tx1"/>
                </a:solidFill>
              </a:rPr>
              <a:t>Реализовать </a:t>
            </a:r>
            <a:r>
              <a:rPr lang="en-US" sz="2200">
                <a:solidFill>
                  <a:schemeClr val="tx1"/>
                </a:solidFill>
              </a:rPr>
              <a:t>P2P-</a:t>
            </a:r>
            <a:r>
              <a:rPr lang="ru-RU" sz="2200">
                <a:solidFill>
                  <a:schemeClr val="tx1"/>
                </a:solidFill>
              </a:rPr>
              <a:t>обнаружение</a:t>
            </a:r>
            <a:endParaRPr lang="ru-RU" sz="2200">
              <a:solidFill>
                <a:schemeClr val="tx1"/>
              </a:solidFill>
            </a:endParaRPr>
          </a:p>
          <a:p>
            <a:pPr marL="327936" indent="-327936">
              <a:lnSpc>
                <a:spcPct val="150000"/>
              </a:lnSpc>
              <a:buAutoNum type="arabicPeriod"/>
              <a:defRPr/>
            </a:pPr>
            <a:r>
              <a:rPr lang="ru-RU" sz="2200">
                <a:solidFill>
                  <a:schemeClr val="tx1"/>
                </a:solidFill>
              </a:rPr>
              <a:t>Проработать алгоритм установления соединений</a:t>
            </a:r>
            <a:endParaRPr lang="ru-RU" sz="2200">
              <a:solidFill>
                <a:schemeClr val="tx1"/>
              </a:solidFill>
            </a:endParaRPr>
          </a:p>
          <a:p>
            <a:pPr marL="327936" indent="-327936">
              <a:lnSpc>
                <a:spcPct val="150000"/>
              </a:lnSpc>
              <a:buAutoNum type="arabicPeriod"/>
              <a:defRPr/>
            </a:pPr>
            <a:r>
              <a:rPr lang="ru-RU" sz="2200">
                <a:solidFill>
                  <a:schemeClr val="tx1"/>
                </a:solidFill>
              </a:rPr>
              <a:t>Обеспечить передачу сообщений, видео и файлов</a:t>
            </a:r>
            <a:endParaRPr lang="ru-RU" sz="2200">
              <a:solidFill>
                <a:schemeClr val="tx1"/>
              </a:solidFill>
            </a:endParaRPr>
          </a:p>
          <a:p>
            <a:pPr marL="327936" indent="-327936">
              <a:lnSpc>
                <a:spcPct val="150000"/>
              </a:lnSpc>
              <a:buAutoNum type="arabicPeriod"/>
              <a:defRPr/>
            </a:pPr>
            <a:r>
              <a:rPr lang="ru-RU" sz="2200">
                <a:solidFill>
                  <a:schemeClr val="tx1"/>
                </a:solidFill>
              </a:rPr>
              <a:t>Прописать </a:t>
            </a:r>
            <a:r>
              <a:rPr lang="en-US" sz="2200">
                <a:solidFill>
                  <a:schemeClr val="tx1"/>
                </a:solidFill>
              </a:rPr>
              <a:t>fallback и</a:t>
            </a:r>
            <a:r>
              <a:rPr lang="ru-RU" sz="2200">
                <a:solidFill>
                  <a:schemeClr val="tx1"/>
                </a:solidFill>
              </a:rPr>
              <a:t> безопасность</a:t>
            </a:r>
            <a:endParaRPr lang="ru-RU" sz="2200">
              <a:solidFill>
                <a:schemeClr val="tx1"/>
              </a:solidFill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spd="med" p14:dur="700" advClick="1">
        <p:fade thruBlk="0"/>
      </p:transition>
    </mc:Choice>
    <mc:Fallback>
      <p:transition spd="med" advClick="1">
        <p:fade thruBlk="0"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989124357" name="PlaceHolder 1"/>
          <p:cNvSpPr>
            <a:spLocks noGrp="1"/>
          </p:cNvSpPr>
          <p:nvPr>
            <p:ph type="title"/>
          </p:nvPr>
        </p:nvSpPr>
        <p:spPr bwMode="auto">
          <a:xfrm>
            <a:off x="1218960" y="274680"/>
            <a:ext cx="10358640" cy="1222200"/>
          </a:xfrm>
          <a:prstGeom prst="rect">
            <a:avLst/>
          </a:prstGeom>
          <a:noFill/>
          <a:ln w="0">
            <a:noFill/>
          </a:ln>
        </p:spPr>
        <p:txBody>
          <a:bodyPr lIns="122040" tIns="60840" rIns="122040" bIns="60840" anchor="b">
            <a:noAutofit/>
          </a:bodyPr>
          <a:p>
            <a:pPr indent="0" defTabSz="1218960">
              <a:lnSpc>
                <a:spcPct val="90000"/>
              </a:lnSpc>
              <a:buNone/>
              <a:tabLst>
                <a:tab pos="0" algn="l"/>
              </a:tabLst>
              <a:defRPr/>
            </a:pPr>
            <a:r>
              <a:rPr lang="ru-RU" sz="3600" b="0" u="none" strike="noStrike">
                <a:solidFill>
                  <a:schemeClr val="lt1"/>
                </a:solidFill>
                <a:latin typeface="Calibri"/>
              </a:rPr>
              <a:t>Архитектура сети</a:t>
            </a:r>
            <a:endParaRPr lang="en-US" sz="3600" b="0" u="none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781649864" name="PlaceHolder 2"/>
          <p:cNvSpPr>
            <a:spLocks noGrp="1"/>
          </p:cNvSpPr>
          <p:nvPr>
            <p:ph/>
          </p:nvPr>
        </p:nvSpPr>
        <p:spPr bwMode="auto">
          <a:xfrm>
            <a:off x="609120" y="1604520"/>
            <a:ext cx="10969559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p>
            <a:pPr>
              <a:defRPr/>
            </a:pP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spd="med" p14:dur="700" advClick="1">
        <p:fade thruBlk="0"/>
      </p:transition>
    </mc:Choice>
    <mc:Fallback>
      <p:transition spd="med" advClick="1">
        <p:fade thruBlk="0"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97449368" name="PlaceHolder 1"/>
          <p:cNvSpPr>
            <a:spLocks noGrp="1"/>
          </p:cNvSpPr>
          <p:nvPr>
            <p:ph type="title"/>
          </p:nvPr>
        </p:nvSpPr>
        <p:spPr bwMode="auto">
          <a:xfrm>
            <a:off x="609120" y="273600"/>
            <a:ext cx="10969559" cy="1144800"/>
          </a:xfrm>
          <a:prstGeom prst="rect">
            <a:avLst/>
          </a:prstGeom>
          <a:noFill/>
          <a:ln w="0">
            <a:noFill/>
          </a:ln>
        </p:spPr>
        <p:txBody>
          <a:bodyPr/>
          <a:p>
            <a:pPr>
              <a:defRPr/>
            </a:pPr>
            <a:r>
              <a:rPr lang="ru-RU" sz="3600">
                <a:solidFill>
                  <a:schemeClr val="tx1"/>
                </a:solidFill>
              </a:rPr>
              <a:t>Перспективы и ограничения</a:t>
            </a:r>
            <a:endParaRPr sz="3600">
              <a:solidFill>
                <a:schemeClr val="tx1"/>
              </a:solidFill>
            </a:endParaRPr>
          </a:p>
        </p:txBody>
      </p:sp>
      <p:sp>
        <p:nvSpPr>
          <p:cNvPr id="49627490" name="PlaceHolder 2"/>
          <p:cNvSpPr>
            <a:spLocks noGrp="1"/>
          </p:cNvSpPr>
          <p:nvPr>
            <p:ph type="subTitle"/>
          </p:nvPr>
        </p:nvSpPr>
        <p:spPr bwMode="auto">
          <a:xfrm>
            <a:off x="609120" y="1604520"/>
            <a:ext cx="10969559" cy="3977280"/>
          </a:xfrm>
          <a:prstGeom prst="rect">
            <a:avLst/>
          </a:prstGeom>
          <a:noFill/>
          <a:ln w="0">
            <a:noFill/>
          </a:ln>
        </p:spPr>
        <p:txBody>
          <a:bodyPr/>
          <a:p>
            <a:pPr>
              <a:defRPr/>
            </a:pPr>
            <a:r>
              <a:rPr lang="ru-RU" sz="2200">
                <a:solidFill>
                  <a:schemeClr val="tx1"/>
                </a:solidFill>
              </a:rPr>
              <a:t>Перспективы:</a:t>
            </a:r>
            <a:endParaRPr lang="ru-RU" sz="2200">
              <a:solidFill>
                <a:schemeClr val="tx1"/>
              </a:solidFill>
            </a:endParaRPr>
          </a:p>
          <a:p>
            <a:pPr marL="327936" indent="-327936">
              <a:buFont typeface="Arial"/>
              <a:buChar char="•"/>
              <a:defRPr/>
            </a:pPr>
            <a:r>
              <a:rPr lang="ru-RU" sz="2200">
                <a:solidFill>
                  <a:schemeClr val="tx1"/>
                </a:solidFill>
              </a:rPr>
              <a:t>Сеть для </a:t>
            </a:r>
            <a:r>
              <a:rPr lang="en-US" sz="2200">
                <a:solidFill>
                  <a:schemeClr val="tx1"/>
                </a:solidFill>
              </a:rPr>
              <a:t>Web3 </a:t>
            </a:r>
            <a:r>
              <a:rPr lang="ru-RU" sz="2200">
                <a:solidFill>
                  <a:schemeClr val="tx1"/>
                </a:solidFill>
              </a:rPr>
              <a:t>приложений</a:t>
            </a:r>
            <a:endParaRPr lang="ru-RU" sz="2200">
              <a:solidFill>
                <a:schemeClr val="tx1"/>
              </a:solidFill>
            </a:endParaRPr>
          </a:p>
          <a:p>
            <a:pPr marL="327936" indent="-327936">
              <a:buFont typeface="Arial"/>
              <a:buChar char="•"/>
              <a:defRPr/>
            </a:pPr>
            <a:r>
              <a:rPr lang="ru-RU" sz="2200">
                <a:solidFill>
                  <a:schemeClr val="tx1"/>
                </a:solidFill>
              </a:rPr>
              <a:t>Масштабирование до больших сетей</a:t>
            </a:r>
            <a:endParaRPr lang="ru-RU" sz="2200">
              <a:solidFill>
                <a:schemeClr val="tx1"/>
              </a:solidFill>
            </a:endParaRPr>
          </a:p>
          <a:p>
            <a:pPr marL="327936" indent="-327936">
              <a:buFont typeface="Arial"/>
              <a:buChar char="•"/>
              <a:defRPr/>
            </a:pPr>
            <a:r>
              <a:rPr lang="ru-RU" sz="2200">
                <a:solidFill>
                  <a:schemeClr val="tx1"/>
                </a:solidFill>
              </a:rPr>
              <a:t>Поддержка </a:t>
            </a:r>
            <a:r>
              <a:rPr lang="en-US" sz="2200">
                <a:solidFill>
                  <a:schemeClr val="tx1"/>
                </a:solidFill>
              </a:rPr>
              <a:t>IoT</a:t>
            </a:r>
            <a:endParaRPr lang="en-US" sz="2200">
              <a:solidFill>
                <a:schemeClr val="tx1"/>
              </a:solidFill>
            </a:endParaRPr>
          </a:p>
          <a:p>
            <a:pPr marL="327936" indent="-327936">
              <a:buFont typeface="Arial"/>
              <a:buChar char="•"/>
              <a:defRPr/>
            </a:pPr>
            <a:r>
              <a:rPr lang="ru-RU" sz="2200">
                <a:solidFill>
                  <a:schemeClr val="tx1"/>
                </a:solidFill>
              </a:rPr>
              <a:t>Возможная государственная интеграция</a:t>
            </a:r>
            <a:endParaRPr lang="ru-RU" sz="2200">
              <a:solidFill>
                <a:schemeClr val="tx1"/>
              </a:solidFill>
            </a:endParaRPr>
          </a:p>
          <a:p>
            <a:pPr>
              <a:defRPr/>
            </a:pPr>
            <a:r>
              <a:rPr lang="ru-RU" sz="2200">
                <a:solidFill>
                  <a:schemeClr val="tx1"/>
                </a:solidFill>
              </a:rPr>
              <a:t>Ограничения и недостатки:</a:t>
            </a:r>
            <a:endParaRPr lang="ru-RU" sz="2200">
              <a:solidFill>
                <a:schemeClr val="tx1"/>
              </a:solidFill>
            </a:endParaRPr>
          </a:p>
          <a:p>
            <a:pPr marL="327936" indent="-327936">
              <a:buFont typeface="Arial"/>
              <a:buChar char="•"/>
              <a:defRPr/>
            </a:pPr>
            <a:r>
              <a:rPr lang="ru-RU" sz="2200">
                <a:solidFill>
                  <a:schemeClr val="tx1"/>
                </a:solidFill>
              </a:rPr>
              <a:t>Нет реализации</a:t>
            </a:r>
            <a:endParaRPr lang="ru-RU" sz="2200">
              <a:solidFill>
                <a:schemeClr val="tx1"/>
              </a:solidFill>
            </a:endParaRPr>
          </a:p>
          <a:p>
            <a:pPr marL="327936" indent="-327936">
              <a:buFont typeface="Arial"/>
              <a:buChar char="•"/>
              <a:defRPr/>
            </a:pPr>
            <a:r>
              <a:rPr lang="ru-RU" sz="2200">
                <a:solidFill>
                  <a:schemeClr val="tx1"/>
                </a:solidFill>
              </a:rPr>
              <a:t>Нет нагрузочных тестов</a:t>
            </a:r>
            <a:endParaRPr lang="ru-RU" sz="2200">
              <a:solidFill>
                <a:schemeClr val="tx1"/>
              </a:solidFill>
            </a:endParaRPr>
          </a:p>
          <a:p>
            <a:pPr marL="327936" indent="-327936">
              <a:buFont typeface="Arial"/>
              <a:buChar char="•"/>
              <a:defRPr/>
            </a:pPr>
            <a:r>
              <a:rPr lang="ru-RU" sz="2200">
                <a:solidFill>
                  <a:schemeClr val="tx1"/>
                </a:solidFill>
              </a:rPr>
              <a:t>В разработке </a:t>
            </a:r>
            <a:r>
              <a:rPr lang="en-US" sz="2200">
                <a:solidFill>
                  <a:schemeClr val="tx1"/>
                </a:solidFill>
              </a:rPr>
              <a:t>on-chain </a:t>
            </a:r>
            <a:r>
              <a:rPr lang="ru-RU" sz="2200">
                <a:solidFill>
                  <a:schemeClr val="tx1"/>
                </a:solidFill>
              </a:rPr>
              <a:t>механизмы</a:t>
            </a:r>
            <a:endParaRPr lang="ru-RU" sz="2200">
              <a:solidFill>
                <a:schemeClr val="tx1"/>
              </a:solidFill>
            </a:endParaRPr>
          </a:p>
          <a:p>
            <a:pPr marL="327936" indent="-327936">
              <a:buFont typeface="Arial"/>
              <a:buChar char="•"/>
              <a:defRPr/>
            </a:pPr>
            <a:r>
              <a:rPr lang="ru-RU" sz="2200">
                <a:solidFill>
                  <a:schemeClr val="tx1"/>
                </a:solidFill>
              </a:rPr>
              <a:t>Не все провайдеры предоставляют I</a:t>
            </a:r>
            <a:r>
              <a:rPr lang="en-US" sz="2200">
                <a:solidFill>
                  <a:schemeClr val="tx1"/>
                </a:solidFill>
              </a:rPr>
              <a:t>Pv6</a:t>
            </a:r>
            <a:endParaRPr lang="ru-RU" sz="2200">
              <a:solidFill>
                <a:schemeClr val="tx1"/>
              </a:solidFill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036426005" name="Скругленный прямоугольник 7"/>
          <p:cNvSpPr/>
          <p:nvPr/>
        </p:nvSpPr>
        <p:spPr bwMode="auto">
          <a:xfrm>
            <a:off x="8357400" y="370080"/>
            <a:ext cx="3166560" cy="3211200"/>
          </a:xfrm>
          <a:prstGeom prst="roundRect">
            <a:avLst>
              <a:gd name="adj" fmla="val 16667"/>
            </a:avLst>
          </a:prstGeom>
          <a:solidFill>
            <a:srgbClr val="6974D9">
              <a:alpha val="87000"/>
            </a:srgbClr>
          </a:solidFill>
          <a:ln>
            <a:noFill/>
          </a:ln>
          <a:effectLst>
            <a:outerShdw blurRad="190440" dist="228593" dir="2700000" algn="ctr">
              <a:srgbClr val="000000">
                <a:alpha val="3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pPr algn="ctr" defTabSz="1218960">
              <a:lnSpc>
                <a:spcPct val="100000"/>
              </a:lnSpc>
              <a:defRPr/>
            </a:pPr>
            <a:endParaRPr lang="ru-RU" sz="2800" b="0" u="none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765613362" name="PlaceHolder 1"/>
          <p:cNvSpPr>
            <a:spLocks noGrp="1"/>
          </p:cNvSpPr>
          <p:nvPr>
            <p:ph type="title"/>
          </p:nvPr>
        </p:nvSpPr>
        <p:spPr bwMode="auto">
          <a:xfrm>
            <a:off x="1702080" y="548640"/>
            <a:ext cx="4966920" cy="1870560"/>
          </a:xfrm>
          <a:prstGeom prst="rect">
            <a:avLst/>
          </a:prstGeom>
          <a:noFill/>
          <a:ln w="0">
            <a:noFill/>
          </a:ln>
        </p:spPr>
        <p:txBody>
          <a:bodyPr lIns="122040" tIns="60840" rIns="122040" bIns="60840" anchor="b">
            <a:noAutofit/>
          </a:bodyPr>
          <a:p>
            <a:pPr indent="0" defTabSz="1218960">
              <a:lnSpc>
                <a:spcPct val="90000"/>
              </a:lnSpc>
              <a:buNone/>
              <a:tabLst>
                <a:tab pos="0" algn="l"/>
              </a:tabLst>
              <a:defRPr/>
            </a:pPr>
            <a:r>
              <a:rPr lang="ru-RU" sz="6000" b="0" u="none" strike="noStrike" cap="all" spc="201">
                <a:solidFill>
                  <a:schemeClr val="accent1"/>
                </a:solidFill>
                <a:latin typeface="Calibri"/>
              </a:rPr>
              <a:t>Спасибо за внимание!</a:t>
            </a:r>
            <a:endParaRPr lang="en-US" sz="6000" b="0" u="none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538150175" name="PlaceHolder 2"/>
          <p:cNvSpPr>
            <a:spLocks noGrp="1"/>
          </p:cNvSpPr>
          <p:nvPr>
            <p:ph/>
          </p:nvPr>
        </p:nvSpPr>
        <p:spPr bwMode="auto">
          <a:xfrm>
            <a:off x="1702080" y="4343400"/>
            <a:ext cx="6818039" cy="2152800"/>
          </a:xfrm>
          <a:prstGeom prst="rect">
            <a:avLst/>
          </a:prstGeom>
          <a:noFill/>
          <a:ln w="0">
            <a:noFill/>
          </a:ln>
        </p:spPr>
        <p:txBody>
          <a:bodyPr lIns="122040" tIns="60840" rIns="122040" bIns="60840" anchor="t">
            <a:noAutofit/>
          </a:bodyPr>
          <a:p>
            <a:pPr>
              <a:defRPr/>
            </a:pPr>
            <a:endParaRPr/>
          </a:p>
        </p:txBody>
      </p:sp>
      <p:pic>
        <p:nvPicPr>
          <p:cNvPr id="1219152838" name="" descr=""/>
          <p:cNvPicPr/>
          <p:nvPr/>
        </p:nvPicPr>
        <p:blipFill rotWithShape="1">
          <a:blip r:embed="rId3"/>
          <a:stretch/>
        </p:blipFill>
        <p:spPr bwMode="auto">
          <a:xfrm>
            <a:off x="8706240" y="4219999"/>
            <a:ext cx="2817720" cy="25772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28446229" name=""/>
          <p:cNvSpPr txBox="1"/>
          <p:nvPr/>
        </p:nvSpPr>
        <p:spPr bwMode="auto">
          <a:xfrm flipH="0" flipV="0">
            <a:off x="8547506" y="3743109"/>
            <a:ext cx="2786346" cy="42707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>
              <a:defRPr/>
            </a:pPr>
            <a:r>
              <a:rPr lang="en-US" sz="2200" b="0" i="0" u="none" strike="noStrike" cap="none" spc="0">
                <a:solidFill>
                  <a:schemeClr val="tx1"/>
                </a:solidFill>
                <a:latin typeface="Calibri"/>
                <a:ea typeface="Calibri"/>
                <a:cs typeface="Calibri"/>
              </a:rPr>
              <a:t>github.com/Terexi110</a:t>
            </a:r>
            <a:endParaRPr sz="2200">
              <a:solidFill>
                <a:schemeClr val="tx1"/>
              </a:solidFill>
            </a:endParaRPr>
          </a:p>
        </p:txBody>
      </p:sp>
      <p:pic>
        <p:nvPicPr>
          <p:cNvPr id="1769156300" name=""/>
          <p:cNvPicPr>
            <a:picLocks noChangeAspect="1"/>
          </p:cNvPicPr>
          <p:nvPr/>
        </p:nvPicPr>
        <p:blipFill rotWithShape="1">
          <a:blip r:embed="rId4"/>
          <a:stretch/>
        </p:blipFill>
        <p:spPr bwMode="auto">
          <a:xfrm flipH="0" flipV="0">
            <a:off x="8442912" y="492492"/>
            <a:ext cx="2966374" cy="2966374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spd="med" p14:dur="700" advClick="1">
        <p:fade thruBlk="0"/>
      </p:transition>
    </mc:Choice>
    <mc:Fallback>
      <p:transition spd="med" advClick="1">
        <p:fade thruBlk="0"/>
      </p:transition>
    </mc:Fallback>
  </mc:AlternateContent>
</p:sld>
</file>

<file path=ppt/theme/_rels/theme1.xml.rels><?xml version="1.0" encoding="UTF-8" standalone="yes"?><Relationships xmlns="http://schemas.openxmlformats.org/package/2006/relationships"></Relationships>
</file>

<file path=ppt/theme/_rels/theme2.xml.rels><?xml version="1.0" encoding="UTF-8" standalone="yes"?><Relationships xmlns="http://schemas.openxmlformats.org/package/2006/relationships"></Relationships>
</file>

<file path=ppt/theme/_rels/theme3.xml.rels><?xml version="1.0" encoding="UTF-8" standalone="yes"?><Relationships xmlns="http://schemas.openxmlformats.org/package/2006/relationships"></Relationships>
</file>

<file path=ppt/theme/_rels/theme4.xml.rels><?xml version="1.0" encoding="UTF-8" standalone="yes"?><Relationships xmlns="http://schemas.openxmlformats.org/package/2006/relationships"></Relationships>
</file>

<file path=ppt/theme/_rels/theme5.xml.rels><?xml version="1.0" encoding="UTF-8" standalone="yes"?><Relationships xmlns="http://schemas.openxmlformats.org/package/2006/relationships"></Relationships>
</file>

<file path=ppt/theme/_rels/theme6.xml.rels><?xml version="1.0" encoding="UTF-8" standalone="yes"?><Relationships xmlns="http://schemas.openxmlformats.org/package/2006/relationships"></Relationships>
</file>

<file path=ppt/theme/_rels/theme7.xml.rels><?xml version="1.0" encoding="UTF-8" standalone="yes"?><Relationships xmlns="http://schemas.openxmlformats.org/package/2006/relationships"></Relationships>
</file>

<file path=ppt/theme/_rels/theme8.xml.rels><?xml version="1.0" encoding="UTF-8" standalone="yes"?><Relationships xmlns="http://schemas.openxmlformats.org/package/2006/relationships"></Relationships>
</file>

<file path=ppt/theme/_rels/theme9.xml.rels><?xml version="1.0" encoding="UTF-8" standalone="yes"?><Relationships xmlns="http://schemas.openxmlformats.org/package/2006/relationships"></Relationships>
</file>

<file path=ppt/theme/_rels/theme10.xml.rels><?xml version="1.0" encoding="UTF-8" standalone="yes"?><Relationships xmlns="http://schemas.openxmlformats.org/package/2006/relationships"></Relationships>
</file>

<file path=ppt/theme/_rels/theme11.xml.rels><?xml version="1.0" encoding="UTF-8" standalone="yes"?><Relationships xmlns="http://schemas.openxmlformats.org/package/2006/relationships"></Relationships>
</file>

<file path=ppt/theme/_rels/theme12.xml.rels><?xml version="1.0" encoding="UTF-8" standalone="yes"?><Relationships xmlns="http://schemas.openxmlformats.org/package/2006/relationships"></Relationships>
</file>

<file path=ppt/theme/_rels/theme13.xml.rels><?xml version="1.0" encoding="UTF-8" standalone="yes"?><Relationships xmlns="http://schemas.openxmlformats.org/package/2006/relationships"></Relationships>
</file>

<file path=ppt/theme/_rels/theme14.xml.rels><?xml version="1.0" encoding="UTF-8" standalone="yes"?><Relationships xmlns="http://schemas.openxmlformats.org/package/2006/relationships"></Relationships>
</file>

<file path=ppt/theme/_rels/theme15.xml.rels><?xml version="1.0" encoding="UTF-8" standalone="yes"?><Relationships xmlns="http://schemas.openxmlformats.org/package/2006/relationships"></Relationships>
</file>

<file path=ppt/theme/_rels/theme16.xml.rels><?xml version="1.0" encoding="UTF-8" standalone="yes"?><Relationships xmlns="http://schemas.openxmlformats.org/package/2006/relationships"></Relationships>
</file>

<file path=ppt/theme/_rels/theme17.xml.rels><?xml version="1.0" encoding="UTF-8" standalone="yes"?><Relationships xmlns="http://schemas.openxmlformats.org/package/2006/relationships"></Relationships>
</file>

<file path=ppt/theme/_rels/theme18.xml.rels><?xml version="1.0" encoding="UTF-8" standalone="yes"?><Relationships xmlns="http://schemas.openxmlformats.org/package/2006/relationships"></Relationships>
</file>

<file path=ppt/theme/_rels/theme19.xml.rels><?xml version="1.0" encoding="UTF-8" standalone="yes"?><Relationships xmlns="http://schemas.openxmlformats.org/package/2006/relationships"></Relationships>
</file>

<file path=ppt/theme/_rels/theme20.xml.rels><?xml version="1.0" encoding="UTF-8" standalone="yes"?><Relationships xmlns="http://schemas.openxmlformats.org/package/2006/relationships"></Relationships>
</file>

<file path=ppt/theme/_rels/theme21.xml.rels><?xml version="1.0" encoding="UTF-8" standalone="yes"?><Relationships xmlns="http://schemas.openxmlformats.org/package/2006/relationships"></Relationships>
</file>

<file path=ppt/theme/_rels/theme22.xml.rels><?xml version="1.0" encoding="UTF-8" standalone="yes"?><Relationships xmlns="http://schemas.openxmlformats.org/package/2006/relationships"></Relationships>
</file>

<file path=ppt/theme/_rels/theme23.xml.rels><?xml version="1.0" encoding="UTF-8" standalone="yes"?><Relationships xmlns="http://schemas.openxmlformats.org/package/2006/relationships"></Relationships>
</file>

<file path=ppt/theme/_rels/theme24.xml.rels><?xml version="1.0" encoding="UTF-8" standalone="yes"?><Relationships xmlns="http://schemas.openxmlformats.org/package/2006/relationships"></Relationships>
</file>

<file path=ppt/theme/_rels/theme25.xml.rels><?xml version="1.0" encoding="UTF-8" standalone="yes"?><Relationships xmlns="http://schemas.openxmlformats.org/package/2006/relationships"></Relationships>
</file>

<file path=ppt/theme/_rels/theme26.xml.rels><?xml version="1.0" encoding="UTF-8" standalone="yes"?><Relationships xmlns="http://schemas.openxmlformats.org/package/2006/relationships"></Relationships>
</file>

<file path=ppt/theme/_rels/theme27.xml.rels><?xml version="1.0" encoding="UTF-8" standalone="yes"?><Relationships xmlns="http://schemas.openxmlformats.org/package/2006/relationships"></Relationships>
</file>

<file path=ppt/theme/_rels/theme28.xml.rels><?xml version="1.0" encoding="UTF-8" standalone="yes"?><Relationships xmlns="http://schemas.openxmlformats.org/package/2006/relationships"></Relationships>
</file>

<file path=ppt/theme/_rels/theme29.xml.rels><?xml version="1.0" encoding="UTF-8" standalone="yes"?><Relationships xmlns="http://schemas.openxmlformats.org/package/2006/relationships"></Relationships>
</file>

<file path=ppt/theme/_rels/theme30.xml.rels><?xml version="1.0" encoding="UTF-8" standalone="yes"?><Relationships xmlns="http://schemas.openxmlformats.org/package/2006/relationships"></Relationships>
</file>

<file path=ppt/theme/_rels/theme31.xml.rels><?xml version="1.0" encoding="UTF-8" standalone="yes"?><Relationships xmlns="http://schemas.openxmlformats.org/package/2006/relationships"></Relationships>
</file>

<file path=ppt/theme/_rels/theme32.xml.rels><?xml version="1.0" encoding="UTF-8" standalone="yes"?><Relationships xmlns="http://schemas.openxmlformats.org/package/2006/relationships"></Relationships>
</file>

<file path=ppt/theme/_rels/theme33.xml.rels><?xml version="1.0" encoding="UTF-8" standalone="yes"?><Relationships xmlns="http://schemas.openxmlformats.org/package/2006/relationships"></Relationships>
</file>

<file path=ppt/theme/_rels/theme34.xml.rels><?xml version="1.0" encoding="UTF-8" standalone="yes"?><Relationships xmlns="http://schemas.openxmlformats.org/package/2006/relationships"></Relationships>
</file>

<file path=ppt/theme/_rels/theme35.xml.rels><?xml version="1.0" encoding="UTF-8" standalone="yes"?><Relationships xmlns="http://schemas.openxmlformats.org/package/2006/relationships"></Relationships>
</file>

<file path=ppt/theme/theme1.xml><?xml version="1.0" encoding="utf-8"?>
<a:theme xmlns:a="http://schemas.openxmlformats.org/drawingml/2006/main" xmlns:r="http://schemas.openxmlformats.org/officeDocument/2006/relationships" xmlns:p="http://schemas.openxmlformats.org/presentationml/2006/main" name="Технический стиль 16 х 9">
  <a:themeElements>
    <a:clrScheme name="Tech_16x9">
      <a:dk1>
        <a:srgbClr val="000000"/>
      </a:dk1>
      <a:lt1>
        <a:srgbClr val="FFFFFF"/>
      </a:lt1>
      <a:dk2>
        <a:srgbClr val="192A52"/>
      </a:dk2>
      <a:lt2>
        <a:srgbClr val="C0C0C0"/>
      </a:lt2>
      <a:accent1>
        <a:srgbClr val="009999"/>
      </a:accent1>
      <a:accent2>
        <a:srgbClr val="E98915"/>
      </a:accent2>
      <a:accent3>
        <a:srgbClr val="A419A7"/>
      </a:accent3>
      <a:accent4>
        <a:srgbClr val="AFC34D"/>
      </a:accent4>
      <a:accent5>
        <a:srgbClr val="E5572B"/>
      </a:accent5>
      <a:accent6>
        <a:srgbClr val="6868C4"/>
      </a:accent6>
      <a:hlink>
        <a:srgbClr val="009999"/>
      </a:hlink>
      <a:folHlink>
        <a:srgbClr val="7F7F7F"/>
      </a:folHlink>
    </a:clrScheme>
    <a:fontScheme name="Calibri">
      <a:majorFont>
        <a:latin typeface="Calibri"/>
        <a:ea typeface="Arial"/>
        <a:cs typeface="Arial"/>
      </a:majorFont>
      <a:minorFont>
        <a:latin typeface="Calibri"/>
        <a:ea typeface="Arial"/>
        <a:cs typeface="Arial"/>
      </a:minorFont>
    </a:fontScheme>
    <a:fmtScheme name="">
      <a:fillStyleLst>
        <a:solidFill>
          <a:schemeClr val="phClr"/>
        </a:solidFill>
        <a:gradFill>
          <a:gsLst>
            <a:gs pos="0">
              <a:schemeClr val="phClr">
                <a:tint val="20000"/>
                <a:lumMod val="98000"/>
              </a:schemeClr>
            </a:gs>
            <a:gs pos="40000">
              <a:schemeClr val="phClr">
                <a:tint val="30000"/>
                <a:lumMod val="84000"/>
              </a:schemeClr>
            </a:gs>
            <a:gs pos="100000">
              <a:schemeClr val="phClr">
                <a:tint val="100000"/>
              </a:schemeClr>
            </a:gs>
          </a:gsLst>
          <a:lin ang="5040000" scaled="1"/>
        </a:gradFill>
        <a:gradFill>
          <a:gsLst>
            <a:gs pos="0">
              <a:schemeClr val="phClr">
                <a:shade val="15000"/>
              </a:schemeClr>
            </a:gs>
            <a:gs pos="50000">
              <a:schemeClr val="phClr">
                <a:shade val="45000"/>
              </a:schemeClr>
            </a:gs>
            <a:gs pos="70000">
              <a:schemeClr val="phClr">
                <a:tint val="99000"/>
                <a:shade val="65000"/>
              </a:schemeClr>
            </a:gs>
            <a:gs pos="100000">
              <a:schemeClr val="phClr">
                <a:tint val="100000"/>
                <a:shade val="100000"/>
              </a:schemeClr>
            </a:gs>
          </a:gsLst>
          <a:lin ang="16200000" scaled="0"/>
        </a:gradFill>
      </a:fillStyleLst>
      <a:lnStyleLst>
        <a:ln w="9525" cap="flat" cmpd="sng" algn="ctr">
          <a:miter lim="800000"/>
        </a:ln>
        <a:ln w="25400" cap="flat" cmpd="sng" algn="ctr">
          <a:miter lim="800000"/>
        </a:ln>
        <a:ln w="38100" cap="flat" cmpd="sng" algn="ctr">
          <a:miter lim="800000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100000"/>
                <a:shade val="0"/>
              </a:schemeClr>
            </a:gs>
            <a:gs pos="85000">
              <a:schemeClr val="phClr">
                <a:tint val="100000"/>
                <a:shade val="30000"/>
              </a:schemeClr>
            </a:gs>
            <a:gs pos="100000">
              <a:schemeClr val="phClr">
                <a:shade val="60000"/>
              </a:schemeClr>
            </a:gs>
          </a:gsLst>
          <a:lin ang="13500000" scaled="0"/>
        </a:gradFill>
        <a:gradFill>
          <a:gsLst>
            <a:gs pos="0">
              <a:schemeClr val="phClr">
                <a:tint val="100000"/>
                <a:shade val="0"/>
              </a:schemeClr>
            </a:gs>
            <a:gs pos="85000">
              <a:schemeClr val="phClr">
                <a:shade val="30000"/>
              </a:schemeClr>
            </a:gs>
            <a:gs pos="100000">
              <a:schemeClr val="phClr">
                <a:shade val="60000"/>
              </a:schemeClr>
            </a:gs>
          </a:gsLst>
          <a:lin ang="18900000" scaled="0"/>
        </a:gradFill>
      </a:bgFillStyleLst>
    </a:fmtScheme>
  </a:themeElements>
  <a:objectDefaults/>
</a:theme>
</file>

<file path=ppt/theme/theme2.xml><?xml version="1.0" encoding="utf-8"?>
<a:theme xmlns:a="http://schemas.openxmlformats.org/drawingml/2006/main" xmlns:r="http://schemas.openxmlformats.org/officeDocument/2006/relationships" xmlns:p="http://schemas.openxmlformats.org/presentationml/2006/main" name="Технический стиль 16 х 9">
  <a:themeElements>
    <a:clrScheme name="Tech_16x9">
      <a:dk1>
        <a:srgbClr val="000000"/>
      </a:dk1>
      <a:lt1>
        <a:srgbClr val="FFFFFF"/>
      </a:lt1>
      <a:dk2>
        <a:srgbClr val="192A52"/>
      </a:dk2>
      <a:lt2>
        <a:srgbClr val="C0C0C0"/>
      </a:lt2>
      <a:accent1>
        <a:srgbClr val="009999"/>
      </a:accent1>
      <a:accent2>
        <a:srgbClr val="E98915"/>
      </a:accent2>
      <a:accent3>
        <a:srgbClr val="A419A7"/>
      </a:accent3>
      <a:accent4>
        <a:srgbClr val="AFC34D"/>
      </a:accent4>
      <a:accent5>
        <a:srgbClr val="E5572B"/>
      </a:accent5>
      <a:accent6>
        <a:srgbClr val="6868C4"/>
      </a:accent6>
      <a:hlink>
        <a:srgbClr val="009999"/>
      </a:hlink>
      <a:folHlink>
        <a:srgbClr val="7F7F7F"/>
      </a:folHlink>
    </a:clrScheme>
    <a:fontScheme name="Calibri">
      <a:majorFont>
        <a:latin typeface="Calibri"/>
        <a:ea typeface="Arial"/>
        <a:cs typeface="Arial"/>
      </a:majorFont>
      <a:minorFont>
        <a:latin typeface="Calibri"/>
        <a:ea typeface="Arial"/>
        <a:cs typeface="Arial"/>
      </a:minorFont>
    </a:fontScheme>
    <a:fmtScheme name="">
      <a:fillStyleLst>
        <a:solidFill>
          <a:schemeClr val="phClr"/>
        </a:solidFill>
        <a:gradFill>
          <a:gsLst>
            <a:gs pos="0">
              <a:schemeClr val="phClr">
                <a:tint val="20000"/>
                <a:lumMod val="98000"/>
              </a:schemeClr>
            </a:gs>
            <a:gs pos="40000">
              <a:schemeClr val="phClr">
                <a:tint val="30000"/>
                <a:lumMod val="84000"/>
              </a:schemeClr>
            </a:gs>
            <a:gs pos="100000">
              <a:schemeClr val="phClr">
                <a:tint val="100000"/>
              </a:schemeClr>
            </a:gs>
          </a:gsLst>
          <a:lin ang="5040000" scaled="1"/>
        </a:gradFill>
        <a:gradFill>
          <a:gsLst>
            <a:gs pos="0">
              <a:schemeClr val="phClr">
                <a:shade val="15000"/>
              </a:schemeClr>
            </a:gs>
            <a:gs pos="50000">
              <a:schemeClr val="phClr">
                <a:shade val="45000"/>
              </a:schemeClr>
            </a:gs>
            <a:gs pos="70000">
              <a:schemeClr val="phClr">
                <a:tint val="99000"/>
                <a:shade val="65000"/>
              </a:schemeClr>
            </a:gs>
            <a:gs pos="100000">
              <a:schemeClr val="phClr">
                <a:tint val="100000"/>
                <a:shade val="100000"/>
              </a:schemeClr>
            </a:gs>
          </a:gsLst>
          <a:lin ang="16200000" scaled="0"/>
        </a:gradFill>
      </a:fillStyleLst>
      <a:lnStyleLst>
        <a:ln w="9525" cap="flat" cmpd="sng" algn="ctr">
          <a:miter lim="800000"/>
        </a:ln>
        <a:ln w="25400" cap="flat" cmpd="sng" algn="ctr">
          <a:miter lim="800000"/>
        </a:ln>
        <a:ln w="38100" cap="flat" cmpd="sng" algn="ctr">
          <a:miter lim="800000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100000"/>
                <a:shade val="0"/>
              </a:schemeClr>
            </a:gs>
            <a:gs pos="85000">
              <a:schemeClr val="phClr">
                <a:tint val="100000"/>
                <a:shade val="30000"/>
              </a:schemeClr>
            </a:gs>
            <a:gs pos="100000">
              <a:schemeClr val="phClr">
                <a:shade val="60000"/>
              </a:schemeClr>
            </a:gs>
          </a:gsLst>
          <a:lin ang="13500000" scaled="0"/>
        </a:gradFill>
        <a:gradFill>
          <a:gsLst>
            <a:gs pos="0">
              <a:schemeClr val="phClr">
                <a:tint val="100000"/>
                <a:shade val="0"/>
              </a:schemeClr>
            </a:gs>
            <a:gs pos="85000">
              <a:schemeClr val="phClr">
                <a:shade val="30000"/>
              </a:schemeClr>
            </a:gs>
            <a:gs pos="100000">
              <a:schemeClr val="phClr">
                <a:shade val="60000"/>
              </a:schemeClr>
            </a:gs>
          </a:gsLst>
          <a:lin ang="18900000" scaled="0"/>
        </a:gradFill>
      </a:bgFillStyleLst>
    </a:fmtScheme>
  </a:themeElements>
  <a:objectDefaults/>
</a:theme>
</file>

<file path=ppt/theme/theme3.xml><?xml version="1.0" encoding="utf-8"?>
<a:theme xmlns:a="http://schemas.openxmlformats.org/drawingml/2006/main" xmlns:r="http://schemas.openxmlformats.org/officeDocument/2006/relationships" xmlns:p="http://schemas.openxmlformats.org/presentationml/2006/main" name="Технический стиль 16 х 9">
  <a:themeElements>
    <a:clrScheme name="Tech_16x9">
      <a:dk1>
        <a:srgbClr val="000000"/>
      </a:dk1>
      <a:lt1>
        <a:srgbClr val="FFFFFF"/>
      </a:lt1>
      <a:dk2>
        <a:srgbClr val="192A52"/>
      </a:dk2>
      <a:lt2>
        <a:srgbClr val="C0C0C0"/>
      </a:lt2>
      <a:accent1>
        <a:srgbClr val="009999"/>
      </a:accent1>
      <a:accent2>
        <a:srgbClr val="E98915"/>
      </a:accent2>
      <a:accent3>
        <a:srgbClr val="A419A7"/>
      </a:accent3>
      <a:accent4>
        <a:srgbClr val="AFC34D"/>
      </a:accent4>
      <a:accent5>
        <a:srgbClr val="E5572B"/>
      </a:accent5>
      <a:accent6>
        <a:srgbClr val="6868C4"/>
      </a:accent6>
      <a:hlink>
        <a:srgbClr val="009999"/>
      </a:hlink>
      <a:folHlink>
        <a:srgbClr val="7F7F7F"/>
      </a:folHlink>
    </a:clrScheme>
    <a:fontScheme name="Calibri">
      <a:majorFont>
        <a:latin typeface="Calibri"/>
        <a:ea typeface="Arial"/>
        <a:cs typeface="Arial"/>
      </a:majorFont>
      <a:minorFont>
        <a:latin typeface="Calibri"/>
        <a:ea typeface="Arial"/>
        <a:cs typeface="Arial"/>
      </a:minorFont>
    </a:fontScheme>
    <a:fmtScheme name="">
      <a:fillStyleLst>
        <a:solidFill>
          <a:schemeClr val="phClr"/>
        </a:solidFill>
        <a:gradFill>
          <a:gsLst>
            <a:gs pos="0">
              <a:schemeClr val="phClr">
                <a:tint val="20000"/>
                <a:lumMod val="98000"/>
              </a:schemeClr>
            </a:gs>
            <a:gs pos="40000">
              <a:schemeClr val="phClr">
                <a:tint val="30000"/>
                <a:lumMod val="84000"/>
              </a:schemeClr>
            </a:gs>
            <a:gs pos="100000">
              <a:schemeClr val="phClr">
                <a:tint val="100000"/>
              </a:schemeClr>
            </a:gs>
          </a:gsLst>
          <a:lin ang="5040000" scaled="1"/>
        </a:gradFill>
        <a:gradFill>
          <a:gsLst>
            <a:gs pos="0">
              <a:schemeClr val="phClr">
                <a:shade val="15000"/>
              </a:schemeClr>
            </a:gs>
            <a:gs pos="50000">
              <a:schemeClr val="phClr">
                <a:shade val="45000"/>
              </a:schemeClr>
            </a:gs>
            <a:gs pos="70000">
              <a:schemeClr val="phClr">
                <a:tint val="99000"/>
                <a:shade val="65000"/>
              </a:schemeClr>
            </a:gs>
            <a:gs pos="100000">
              <a:schemeClr val="phClr">
                <a:tint val="100000"/>
                <a:shade val="100000"/>
              </a:schemeClr>
            </a:gs>
          </a:gsLst>
          <a:lin ang="16200000" scaled="0"/>
        </a:gradFill>
      </a:fillStyleLst>
      <a:lnStyleLst>
        <a:ln w="9525" cap="flat" cmpd="sng" algn="ctr">
          <a:miter lim="800000"/>
        </a:ln>
        <a:ln w="25400" cap="flat" cmpd="sng" algn="ctr">
          <a:miter lim="800000"/>
        </a:ln>
        <a:ln w="38100" cap="flat" cmpd="sng" algn="ctr">
          <a:miter lim="800000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100000"/>
                <a:shade val="0"/>
              </a:schemeClr>
            </a:gs>
            <a:gs pos="85000">
              <a:schemeClr val="phClr">
                <a:tint val="100000"/>
                <a:shade val="30000"/>
              </a:schemeClr>
            </a:gs>
            <a:gs pos="100000">
              <a:schemeClr val="phClr">
                <a:shade val="60000"/>
              </a:schemeClr>
            </a:gs>
          </a:gsLst>
          <a:lin ang="13500000" scaled="0"/>
        </a:gradFill>
        <a:gradFill>
          <a:gsLst>
            <a:gs pos="0">
              <a:schemeClr val="phClr">
                <a:tint val="100000"/>
                <a:shade val="0"/>
              </a:schemeClr>
            </a:gs>
            <a:gs pos="85000">
              <a:schemeClr val="phClr">
                <a:shade val="30000"/>
              </a:schemeClr>
            </a:gs>
            <a:gs pos="100000">
              <a:schemeClr val="phClr">
                <a:shade val="60000"/>
              </a:schemeClr>
            </a:gs>
          </a:gsLst>
          <a:lin ang="18900000" scaled="0"/>
        </a:gradFill>
      </a:bgFillStyleLst>
    </a:fmtScheme>
  </a:themeElements>
  <a:objectDefaults/>
</a:theme>
</file>

<file path=ppt/theme/theme4.xml><?xml version="1.0" encoding="utf-8"?>
<a:theme xmlns:a="http://schemas.openxmlformats.org/drawingml/2006/main" xmlns:r="http://schemas.openxmlformats.org/officeDocument/2006/relationships" xmlns:p="http://schemas.openxmlformats.org/presentationml/2006/main" name="Технический стиль 16 х 9">
  <a:themeElements>
    <a:clrScheme name="Tech_16x9">
      <a:dk1>
        <a:srgbClr val="000000"/>
      </a:dk1>
      <a:lt1>
        <a:srgbClr val="FFFFFF"/>
      </a:lt1>
      <a:dk2>
        <a:srgbClr val="192A52"/>
      </a:dk2>
      <a:lt2>
        <a:srgbClr val="C0C0C0"/>
      </a:lt2>
      <a:accent1>
        <a:srgbClr val="009999"/>
      </a:accent1>
      <a:accent2>
        <a:srgbClr val="E98915"/>
      </a:accent2>
      <a:accent3>
        <a:srgbClr val="A419A7"/>
      </a:accent3>
      <a:accent4>
        <a:srgbClr val="AFC34D"/>
      </a:accent4>
      <a:accent5>
        <a:srgbClr val="E5572B"/>
      </a:accent5>
      <a:accent6>
        <a:srgbClr val="6868C4"/>
      </a:accent6>
      <a:hlink>
        <a:srgbClr val="009999"/>
      </a:hlink>
      <a:folHlink>
        <a:srgbClr val="7F7F7F"/>
      </a:folHlink>
    </a:clrScheme>
    <a:fontScheme name="Calibri">
      <a:majorFont>
        <a:latin typeface="Calibri"/>
        <a:ea typeface="Arial"/>
        <a:cs typeface="Arial"/>
      </a:majorFont>
      <a:minorFont>
        <a:latin typeface="Calibri"/>
        <a:ea typeface="Arial"/>
        <a:cs typeface="Arial"/>
      </a:minorFont>
    </a:fontScheme>
    <a:fmtScheme name="">
      <a:fillStyleLst>
        <a:solidFill>
          <a:schemeClr val="phClr"/>
        </a:solidFill>
        <a:gradFill>
          <a:gsLst>
            <a:gs pos="0">
              <a:schemeClr val="phClr">
                <a:tint val="20000"/>
                <a:lumMod val="98000"/>
              </a:schemeClr>
            </a:gs>
            <a:gs pos="40000">
              <a:schemeClr val="phClr">
                <a:tint val="30000"/>
                <a:lumMod val="84000"/>
              </a:schemeClr>
            </a:gs>
            <a:gs pos="100000">
              <a:schemeClr val="phClr">
                <a:tint val="100000"/>
              </a:schemeClr>
            </a:gs>
          </a:gsLst>
          <a:lin ang="5040000" scaled="1"/>
        </a:gradFill>
        <a:gradFill>
          <a:gsLst>
            <a:gs pos="0">
              <a:schemeClr val="phClr">
                <a:shade val="15000"/>
              </a:schemeClr>
            </a:gs>
            <a:gs pos="50000">
              <a:schemeClr val="phClr">
                <a:shade val="45000"/>
              </a:schemeClr>
            </a:gs>
            <a:gs pos="70000">
              <a:schemeClr val="phClr">
                <a:tint val="99000"/>
                <a:shade val="65000"/>
              </a:schemeClr>
            </a:gs>
            <a:gs pos="100000">
              <a:schemeClr val="phClr">
                <a:tint val="100000"/>
                <a:shade val="100000"/>
              </a:schemeClr>
            </a:gs>
          </a:gsLst>
          <a:lin ang="16200000" scaled="0"/>
        </a:gradFill>
      </a:fillStyleLst>
      <a:lnStyleLst>
        <a:ln w="9525" cap="flat" cmpd="sng" algn="ctr">
          <a:miter lim="800000"/>
        </a:ln>
        <a:ln w="25400" cap="flat" cmpd="sng" algn="ctr">
          <a:miter lim="800000"/>
        </a:ln>
        <a:ln w="38100" cap="flat" cmpd="sng" algn="ctr">
          <a:miter lim="800000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100000"/>
                <a:shade val="0"/>
              </a:schemeClr>
            </a:gs>
            <a:gs pos="85000">
              <a:schemeClr val="phClr">
                <a:tint val="100000"/>
                <a:shade val="30000"/>
              </a:schemeClr>
            </a:gs>
            <a:gs pos="100000">
              <a:schemeClr val="phClr">
                <a:shade val="60000"/>
              </a:schemeClr>
            </a:gs>
          </a:gsLst>
          <a:lin ang="13500000" scaled="0"/>
        </a:gradFill>
        <a:gradFill>
          <a:gsLst>
            <a:gs pos="0">
              <a:schemeClr val="phClr">
                <a:tint val="100000"/>
                <a:shade val="0"/>
              </a:schemeClr>
            </a:gs>
            <a:gs pos="85000">
              <a:schemeClr val="phClr">
                <a:shade val="30000"/>
              </a:schemeClr>
            </a:gs>
            <a:gs pos="100000">
              <a:schemeClr val="phClr">
                <a:shade val="60000"/>
              </a:schemeClr>
            </a:gs>
          </a:gsLst>
          <a:lin ang="18900000" scaled="0"/>
        </a:gradFill>
      </a:bgFillStyleLst>
    </a:fmtScheme>
  </a:themeElements>
  <a:objectDefaults/>
</a:theme>
</file>

<file path=ppt/theme/theme5.xml><?xml version="1.0" encoding="utf-8"?>
<a:theme xmlns:a="http://schemas.openxmlformats.org/drawingml/2006/main" xmlns:r="http://schemas.openxmlformats.org/officeDocument/2006/relationships" xmlns:p="http://schemas.openxmlformats.org/presentationml/2006/main" name="Технический стиль 16 х 9">
  <a:themeElements>
    <a:clrScheme name="Tech_16x9">
      <a:dk1>
        <a:srgbClr val="000000"/>
      </a:dk1>
      <a:lt1>
        <a:srgbClr val="FFFFFF"/>
      </a:lt1>
      <a:dk2>
        <a:srgbClr val="192A52"/>
      </a:dk2>
      <a:lt2>
        <a:srgbClr val="C0C0C0"/>
      </a:lt2>
      <a:accent1>
        <a:srgbClr val="009999"/>
      </a:accent1>
      <a:accent2>
        <a:srgbClr val="E98915"/>
      </a:accent2>
      <a:accent3>
        <a:srgbClr val="A419A7"/>
      </a:accent3>
      <a:accent4>
        <a:srgbClr val="AFC34D"/>
      </a:accent4>
      <a:accent5>
        <a:srgbClr val="E5572B"/>
      </a:accent5>
      <a:accent6>
        <a:srgbClr val="6868C4"/>
      </a:accent6>
      <a:hlink>
        <a:srgbClr val="009999"/>
      </a:hlink>
      <a:folHlink>
        <a:srgbClr val="7F7F7F"/>
      </a:folHlink>
    </a:clrScheme>
    <a:fontScheme name="Calibri">
      <a:majorFont>
        <a:latin typeface="Calibri"/>
        <a:ea typeface="Arial"/>
        <a:cs typeface="Arial"/>
      </a:majorFont>
      <a:minorFont>
        <a:latin typeface="Calibri"/>
        <a:ea typeface="Arial"/>
        <a:cs typeface="Arial"/>
      </a:minorFont>
    </a:fontScheme>
    <a:fmtScheme name="">
      <a:fillStyleLst>
        <a:solidFill>
          <a:schemeClr val="phClr"/>
        </a:solidFill>
        <a:gradFill>
          <a:gsLst>
            <a:gs pos="0">
              <a:schemeClr val="phClr">
                <a:tint val="20000"/>
                <a:lumMod val="98000"/>
              </a:schemeClr>
            </a:gs>
            <a:gs pos="40000">
              <a:schemeClr val="phClr">
                <a:tint val="30000"/>
                <a:lumMod val="84000"/>
              </a:schemeClr>
            </a:gs>
            <a:gs pos="100000">
              <a:schemeClr val="phClr">
                <a:tint val="100000"/>
              </a:schemeClr>
            </a:gs>
          </a:gsLst>
          <a:lin ang="5040000" scaled="1"/>
        </a:gradFill>
        <a:gradFill>
          <a:gsLst>
            <a:gs pos="0">
              <a:schemeClr val="phClr">
                <a:shade val="15000"/>
              </a:schemeClr>
            </a:gs>
            <a:gs pos="50000">
              <a:schemeClr val="phClr">
                <a:shade val="45000"/>
              </a:schemeClr>
            </a:gs>
            <a:gs pos="70000">
              <a:schemeClr val="phClr">
                <a:tint val="99000"/>
                <a:shade val="65000"/>
              </a:schemeClr>
            </a:gs>
            <a:gs pos="100000">
              <a:schemeClr val="phClr">
                <a:tint val="100000"/>
                <a:shade val="100000"/>
              </a:schemeClr>
            </a:gs>
          </a:gsLst>
          <a:lin ang="16200000" scaled="0"/>
        </a:gradFill>
      </a:fillStyleLst>
      <a:lnStyleLst>
        <a:ln w="9525" cap="flat" cmpd="sng" algn="ctr">
          <a:miter lim="800000"/>
        </a:ln>
        <a:ln w="25400" cap="flat" cmpd="sng" algn="ctr">
          <a:miter lim="800000"/>
        </a:ln>
        <a:ln w="38100" cap="flat" cmpd="sng" algn="ctr">
          <a:miter lim="800000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100000"/>
                <a:shade val="0"/>
              </a:schemeClr>
            </a:gs>
            <a:gs pos="85000">
              <a:schemeClr val="phClr">
                <a:tint val="100000"/>
                <a:shade val="30000"/>
              </a:schemeClr>
            </a:gs>
            <a:gs pos="100000">
              <a:schemeClr val="phClr">
                <a:shade val="60000"/>
              </a:schemeClr>
            </a:gs>
          </a:gsLst>
          <a:lin ang="13500000" scaled="0"/>
        </a:gradFill>
        <a:gradFill>
          <a:gsLst>
            <a:gs pos="0">
              <a:schemeClr val="phClr">
                <a:tint val="100000"/>
                <a:shade val="0"/>
              </a:schemeClr>
            </a:gs>
            <a:gs pos="85000">
              <a:schemeClr val="phClr">
                <a:shade val="30000"/>
              </a:schemeClr>
            </a:gs>
            <a:gs pos="100000">
              <a:schemeClr val="phClr">
                <a:shade val="60000"/>
              </a:schemeClr>
            </a:gs>
          </a:gsLst>
          <a:lin ang="18900000" scaled="0"/>
        </a:gradFill>
      </a:bgFillStyleLst>
    </a:fmtScheme>
  </a:themeElements>
  <a:objectDefaults/>
</a:theme>
</file>

<file path=ppt/theme/theme6.xml><?xml version="1.0" encoding="utf-8"?>
<a:theme xmlns:a="http://schemas.openxmlformats.org/drawingml/2006/main" xmlns:r="http://schemas.openxmlformats.org/officeDocument/2006/relationships" xmlns:p="http://schemas.openxmlformats.org/presentationml/2006/main" name="Технический стиль 16 х 9">
  <a:themeElements>
    <a:clrScheme name="Tech_16x9">
      <a:dk1>
        <a:srgbClr val="000000"/>
      </a:dk1>
      <a:lt1>
        <a:srgbClr val="FFFFFF"/>
      </a:lt1>
      <a:dk2>
        <a:srgbClr val="192A52"/>
      </a:dk2>
      <a:lt2>
        <a:srgbClr val="C0C0C0"/>
      </a:lt2>
      <a:accent1>
        <a:srgbClr val="009999"/>
      </a:accent1>
      <a:accent2>
        <a:srgbClr val="E98915"/>
      </a:accent2>
      <a:accent3>
        <a:srgbClr val="A419A7"/>
      </a:accent3>
      <a:accent4>
        <a:srgbClr val="AFC34D"/>
      </a:accent4>
      <a:accent5>
        <a:srgbClr val="E5572B"/>
      </a:accent5>
      <a:accent6>
        <a:srgbClr val="6868C4"/>
      </a:accent6>
      <a:hlink>
        <a:srgbClr val="009999"/>
      </a:hlink>
      <a:folHlink>
        <a:srgbClr val="7F7F7F"/>
      </a:folHlink>
    </a:clrScheme>
    <a:fontScheme name="Calibri">
      <a:majorFont>
        <a:latin typeface="Calibri"/>
        <a:ea typeface="Arial"/>
        <a:cs typeface="Arial"/>
      </a:majorFont>
      <a:minorFont>
        <a:latin typeface="Calibri"/>
        <a:ea typeface="Arial"/>
        <a:cs typeface="Arial"/>
      </a:minorFont>
    </a:fontScheme>
    <a:fmtScheme name="">
      <a:fillStyleLst>
        <a:solidFill>
          <a:schemeClr val="phClr"/>
        </a:solidFill>
        <a:gradFill>
          <a:gsLst>
            <a:gs pos="0">
              <a:schemeClr val="phClr">
                <a:tint val="20000"/>
                <a:lumMod val="98000"/>
              </a:schemeClr>
            </a:gs>
            <a:gs pos="40000">
              <a:schemeClr val="phClr">
                <a:tint val="30000"/>
                <a:lumMod val="84000"/>
              </a:schemeClr>
            </a:gs>
            <a:gs pos="100000">
              <a:schemeClr val="phClr">
                <a:tint val="100000"/>
              </a:schemeClr>
            </a:gs>
          </a:gsLst>
          <a:lin ang="5040000" scaled="1"/>
        </a:gradFill>
        <a:gradFill>
          <a:gsLst>
            <a:gs pos="0">
              <a:schemeClr val="phClr">
                <a:shade val="15000"/>
              </a:schemeClr>
            </a:gs>
            <a:gs pos="50000">
              <a:schemeClr val="phClr">
                <a:shade val="45000"/>
              </a:schemeClr>
            </a:gs>
            <a:gs pos="70000">
              <a:schemeClr val="phClr">
                <a:tint val="99000"/>
                <a:shade val="65000"/>
              </a:schemeClr>
            </a:gs>
            <a:gs pos="100000">
              <a:schemeClr val="phClr">
                <a:tint val="100000"/>
                <a:shade val="100000"/>
              </a:schemeClr>
            </a:gs>
          </a:gsLst>
          <a:lin ang="16200000" scaled="0"/>
        </a:gradFill>
      </a:fillStyleLst>
      <a:lnStyleLst>
        <a:ln w="9525" cap="flat" cmpd="sng" algn="ctr">
          <a:miter lim="800000"/>
        </a:ln>
        <a:ln w="25400" cap="flat" cmpd="sng" algn="ctr">
          <a:miter lim="800000"/>
        </a:ln>
        <a:ln w="38100" cap="flat" cmpd="sng" algn="ctr">
          <a:miter lim="800000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100000"/>
                <a:shade val="0"/>
              </a:schemeClr>
            </a:gs>
            <a:gs pos="85000">
              <a:schemeClr val="phClr">
                <a:tint val="100000"/>
                <a:shade val="30000"/>
              </a:schemeClr>
            </a:gs>
            <a:gs pos="100000">
              <a:schemeClr val="phClr">
                <a:shade val="60000"/>
              </a:schemeClr>
            </a:gs>
          </a:gsLst>
          <a:lin ang="13500000" scaled="0"/>
        </a:gradFill>
        <a:gradFill>
          <a:gsLst>
            <a:gs pos="0">
              <a:schemeClr val="phClr">
                <a:tint val="100000"/>
                <a:shade val="0"/>
              </a:schemeClr>
            </a:gs>
            <a:gs pos="85000">
              <a:schemeClr val="phClr">
                <a:shade val="30000"/>
              </a:schemeClr>
            </a:gs>
            <a:gs pos="100000">
              <a:schemeClr val="phClr">
                <a:shade val="60000"/>
              </a:schemeClr>
            </a:gs>
          </a:gsLst>
          <a:lin ang="18900000" scaled="0"/>
        </a:gradFill>
      </a:bgFillStyleLst>
    </a:fmtScheme>
  </a:themeElements>
  <a:objectDefaults/>
</a:theme>
</file>

<file path=ppt/theme/theme7.xml><?xml version="1.0" encoding="utf-8"?>
<a:theme xmlns:a="http://schemas.openxmlformats.org/drawingml/2006/main" xmlns:r="http://schemas.openxmlformats.org/officeDocument/2006/relationships" xmlns:p="http://schemas.openxmlformats.org/presentationml/2006/main" name="Технический стиль 16 х 9">
  <a:themeElements>
    <a:clrScheme name="Tech_16x9">
      <a:dk1>
        <a:srgbClr val="000000"/>
      </a:dk1>
      <a:lt1>
        <a:srgbClr val="FFFFFF"/>
      </a:lt1>
      <a:dk2>
        <a:srgbClr val="192A52"/>
      </a:dk2>
      <a:lt2>
        <a:srgbClr val="C0C0C0"/>
      </a:lt2>
      <a:accent1>
        <a:srgbClr val="009999"/>
      </a:accent1>
      <a:accent2>
        <a:srgbClr val="E98915"/>
      </a:accent2>
      <a:accent3>
        <a:srgbClr val="A419A7"/>
      </a:accent3>
      <a:accent4>
        <a:srgbClr val="AFC34D"/>
      </a:accent4>
      <a:accent5>
        <a:srgbClr val="E5572B"/>
      </a:accent5>
      <a:accent6>
        <a:srgbClr val="6868C4"/>
      </a:accent6>
      <a:hlink>
        <a:srgbClr val="009999"/>
      </a:hlink>
      <a:folHlink>
        <a:srgbClr val="7F7F7F"/>
      </a:folHlink>
    </a:clrScheme>
    <a:fontScheme name="Calibri">
      <a:majorFont>
        <a:latin typeface="Calibri"/>
        <a:ea typeface="Arial"/>
        <a:cs typeface="Arial"/>
      </a:majorFont>
      <a:minorFont>
        <a:latin typeface="Calibri"/>
        <a:ea typeface="Arial"/>
        <a:cs typeface="Arial"/>
      </a:minorFont>
    </a:fontScheme>
    <a:fmtScheme name="">
      <a:fillStyleLst>
        <a:solidFill>
          <a:schemeClr val="phClr"/>
        </a:solidFill>
        <a:gradFill>
          <a:gsLst>
            <a:gs pos="0">
              <a:schemeClr val="phClr">
                <a:tint val="20000"/>
                <a:lumMod val="98000"/>
              </a:schemeClr>
            </a:gs>
            <a:gs pos="40000">
              <a:schemeClr val="phClr">
                <a:tint val="30000"/>
                <a:lumMod val="84000"/>
              </a:schemeClr>
            </a:gs>
            <a:gs pos="100000">
              <a:schemeClr val="phClr">
                <a:tint val="100000"/>
              </a:schemeClr>
            </a:gs>
          </a:gsLst>
          <a:lin ang="5040000" scaled="1"/>
        </a:gradFill>
        <a:gradFill>
          <a:gsLst>
            <a:gs pos="0">
              <a:schemeClr val="phClr">
                <a:shade val="15000"/>
              </a:schemeClr>
            </a:gs>
            <a:gs pos="50000">
              <a:schemeClr val="phClr">
                <a:shade val="45000"/>
              </a:schemeClr>
            </a:gs>
            <a:gs pos="70000">
              <a:schemeClr val="phClr">
                <a:tint val="99000"/>
                <a:shade val="65000"/>
              </a:schemeClr>
            </a:gs>
            <a:gs pos="100000">
              <a:schemeClr val="phClr">
                <a:tint val="100000"/>
                <a:shade val="100000"/>
              </a:schemeClr>
            </a:gs>
          </a:gsLst>
          <a:lin ang="16200000" scaled="0"/>
        </a:gradFill>
      </a:fillStyleLst>
      <a:lnStyleLst>
        <a:ln w="9525" cap="flat" cmpd="sng" algn="ctr">
          <a:miter lim="800000"/>
        </a:ln>
        <a:ln w="25400" cap="flat" cmpd="sng" algn="ctr">
          <a:miter lim="800000"/>
        </a:ln>
        <a:ln w="38100" cap="flat" cmpd="sng" algn="ctr">
          <a:miter lim="800000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100000"/>
                <a:shade val="0"/>
              </a:schemeClr>
            </a:gs>
            <a:gs pos="85000">
              <a:schemeClr val="phClr">
                <a:tint val="100000"/>
                <a:shade val="30000"/>
              </a:schemeClr>
            </a:gs>
            <a:gs pos="100000">
              <a:schemeClr val="phClr">
                <a:shade val="60000"/>
              </a:schemeClr>
            </a:gs>
          </a:gsLst>
          <a:lin ang="13500000" scaled="0"/>
        </a:gradFill>
        <a:gradFill>
          <a:gsLst>
            <a:gs pos="0">
              <a:schemeClr val="phClr">
                <a:tint val="100000"/>
                <a:shade val="0"/>
              </a:schemeClr>
            </a:gs>
            <a:gs pos="85000">
              <a:schemeClr val="phClr">
                <a:shade val="30000"/>
              </a:schemeClr>
            </a:gs>
            <a:gs pos="100000">
              <a:schemeClr val="phClr">
                <a:shade val="60000"/>
              </a:schemeClr>
            </a:gs>
          </a:gsLst>
          <a:lin ang="18900000" scaled="0"/>
        </a:gradFill>
      </a:bgFillStyleLst>
    </a:fmtScheme>
  </a:themeElements>
  <a:objectDefaults/>
</a:theme>
</file>

<file path=ppt/theme/theme8.xml><?xml version="1.0" encoding="utf-8"?>
<a:theme xmlns:a="http://schemas.openxmlformats.org/drawingml/2006/main" xmlns:r="http://schemas.openxmlformats.org/officeDocument/2006/relationships" xmlns:p="http://schemas.openxmlformats.org/presentationml/2006/main" name="Технический стиль 16 х 9">
  <a:themeElements>
    <a:clrScheme name="Tech_16x9">
      <a:dk1>
        <a:srgbClr val="000000"/>
      </a:dk1>
      <a:lt1>
        <a:srgbClr val="FFFFFF"/>
      </a:lt1>
      <a:dk2>
        <a:srgbClr val="192A52"/>
      </a:dk2>
      <a:lt2>
        <a:srgbClr val="C0C0C0"/>
      </a:lt2>
      <a:accent1>
        <a:srgbClr val="009999"/>
      </a:accent1>
      <a:accent2>
        <a:srgbClr val="E98915"/>
      </a:accent2>
      <a:accent3>
        <a:srgbClr val="A419A7"/>
      </a:accent3>
      <a:accent4>
        <a:srgbClr val="AFC34D"/>
      </a:accent4>
      <a:accent5>
        <a:srgbClr val="E5572B"/>
      </a:accent5>
      <a:accent6>
        <a:srgbClr val="6868C4"/>
      </a:accent6>
      <a:hlink>
        <a:srgbClr val="009999"/>
      </a:hlink>
      <a:folHlink>
        <a:srgbClr val="7F7F7F"/>
      </a:folHlink>
    </a:clrScheme>
    <a:fontScheme name="Calibri">
      <a:majorFont>
        <a:latin typeface="Calibri"/>
        <a:ea typeface="Arial"/>
        <a:cs typeface="Arial"/>
      </a:majorFont>
      <a:minorFont>
        <a:latin typeface="Calibri"/>
        <a:ea typeface="Arial"/>
        <a:cs typeface="Arial"/>
      </a:minorFont>
    </a:fontScheme>
    <a:fmtScheme name="">
      <a:fillStyleLst>
        <a:solidFill>
          <a:schemeClr val="phClr"/>
        </a:solidFill>
        <a:gradFill>
          <a:gsLst>
            <a:gs pos="0">
              <a:schemeClr val="phClr">
                <a:tint val="20000"/>
                <a:lumMod val="98000"/>
              </a:schemeClr>
            </a:gs>
            <a:gs pos="40000">
              <a:schemeClr val="phClr">
                <a:tint val="30000"/>
                <a:lumMod val="84000"/>
              </a:schemeClr>
            </a:gs>
            <a:gs pos="100000">
              <a:schemeClr val="phClr">
                <a:tint val="100000"/>
              </a:schemeClr>
            </a:gs>
          </a:gsLst>
          <a:lin ang="5040000" scaled="1"/>
        </a:gradFill>
        <a:gradFill>
          <a:gsLst>
            <a:gs pos="0">
              <a:schemeClr val="phClr">
                <a:shade val="15000"/>
              </a:schemeClr>
            </a:gs>
            <a:gs pos="50000">
              <a:schemeClr val="phClr">
                <a:shade val="45000"/>
              </a:schemeClr>
            </a:gs>
            <a:gs pos="70000">
              <a:schemeClr val="phClr">
                <a:tint val="99000"/>
                <a:shade val="65000"/>
              </a:schemeClr>
            </a:gs>
            <a:gs pos="100000">
              <a:schemeClr val="phClr">
                <a:tint val="100000"/>
                <a:shade val="100000"/>
              </a:schemeClr>
            </a:gs>
          </a:gsLst>
          <a:lin ang="16200000" scaled="0"/>
        </a:gradFill>
      </a:fillStyleLst>
      <a:lnStyleLst>
        <a:ln w="9525" cap="flat" cmpd="sng" algn="ctr">
          <a:miter lim="800000"/>
        </a:ln>
        <a:ln w="25400" cap="flat" cmpd="sng" algn="ctr">
          <a:miter lim="800000"/>
        </a:ln>
        <a:ln w="38100" cap="flat" cmpd="sng" algn="ctr">
          <a:miter lim="800000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100000"/>
                <a:shade val="0"/>
              </a:schemeClr>
            </a:gs>
            <a:gs pos="85000">
              <a:schemeClr val="phClr">
                <a:tint val="100000"/>
                <a:shade val="30000"/>
              </a:schemeClr>
            </a:gs>
            <a:gs pos="100000">
              <a:schemeClr val="phClr">
                <a:shade val="60000"/>
              </a:schemeClr>
            </a:gs>
          </a:gsLst>
          <a:lin ang="13500000" scaled="0"/>
        </a:gradFill>
        <a:gradFill>
          <a:gsLst>
            <a:gs pos="0">
              <a:schemeClr val="phClr">
                <a:tint val="100000"/>
                <a:shade val="0"/>
              </a:schemeClr>
            </a:gs>
            <a:gs pos="85000">
              <a:schemeClr val="phClr">
                <a:shade val="30000"/>
              </a:schemeClr>
            </a:gs>
            <a:gs pos="100000">
              <a:schemeClr val="phClr">
                <a:shade val="60000"/>
              </a:schemeClr>
            </a:gs>
          </a:gsLst>
          <a:lin ang="18900000" scaled="0"/>
        </a:gradFill>
      </a:bgFillStyleLst>
    </a:fmtScheme>
  </a:themeElements>
  <a:objectDefaults/>
</a:theme>
</file>

<file path=ppt/theme/theme9.xml><?xml version="1.0" encoding="utf-8"?>
<a:theme xmlns:a="http://schemas.openxmlformats.org/drawingml/2006/main" xmlns:r="http://schemas.openxmlformats.org/officeDocument/2006/relationships" xmlns:p="http://schemas.openxmlformats.org/presentationml/2006/main" name="Технический стиль 16 х 9">
  <a:themeElements>
    <a:clrScheme name="Tech_16x9">
      <a:dk1>
        <a:srgbClr val="000000"/>
      </a:dk1>
      <a:lt1>
        <a:srgbClr val="FFFFFF"/>
      </a:lt1>
      <a:dk2>
        <a:srgbClr val="192A52"/>
      </a:dk2>
      <a:lt2>
        <a:srgbClr val="C0C0C0"/>
      </a:lt2>
      <a:accent1>
        <a:srgbClr val="009999"/>
      </a:accent1>
      <a:accent2>
        <a:srgbClr val="E98915"/>
      </a:accent2>
      <a:accent3>
        <a:srgbClr val="A419A7"/>
      </a:accent3>
      <a:accent4>
        <a:srgbClr val="AFC34D"/>
      </a:accent4>
      <a:accent5>
        <a:srgbClr val="E5572B"/>
      </a:accent5>
      <a:accent6>
        <a:srgbClr val="6868C4"/>
      </a:accent6>
      <a:hlink>
        <a:srgbClr val="009999"/>
      </a:hlink>
      <a:folHlink>
        <a:srgbClr val="7F7F7F"/>
      </a:folHlink>
    </a:clrScheme>
    <a:fontScheme name="Calibri">
      <a:majorFont>
        <a:latin typeface="Calibri"/>
        <a:ea typeface="Arial"/>
        <a:cs typeface="Arial"/>
      </a:majorFont>
      <a:minorFont>
        <a:latin typeface="Calibri"/>
        <a:ea typeface="Arial"/>
        <a:cs typeface="Arial"/>
      </a:minorFont>
    </a:fontScheme>
    <a:fmtScheme name="">
      <a:fillStyleLst>
        <a:solidFill>
          <a:schemeClr val="phClr"/>
        </a:solidFill>
        <a:gradFill>
          <a:gsLst>
            <a:gs pos="0">
              <a:schemeClr val="phClr">
                <a:tint val="20000"/>
                <a:lumMod val="98000"/>
              </a:schemeClr>
            </a:gs>
            <a:gs pos="40000">
              <a:schemeClr val="phClr">
                <a:tint val="30000"/>
                <a:lumMod val="84000"/>
              </a:schemeClr>
            </a:gs>
            <a:gs pos="100000">
              <a:schemeClr val="phClr">
                <a:tint val="100000"/>
              </a:schemeClr>
            </a:gs>
          </a:gsLst>
          <a:lin ang="5040000" scaled="1"/>
        </a:gradFill>
        <a:gradFill>
          <a:gsLst>
            <a:gs pos="0">
              <a:schemeClr val="phClr">
                <a:shade val="15000"/>
              </a:schemeClr>
            </a:gs>
            <a:gs pos="50000">
              <a:schemeClr val="phClr">
                <a:shade val="45000"/>
              </a:schemeClr>
            </a:gs>
            <a:gs pos="70000">
              <a:schemeClr val="phClr">
                <a:tint val="99000"/>
                <a:shade val="65000"/>
              </a:schemeClr>
            </a:gs>
            <a:gs pos="100000">
              <a:schemeClr val="phClr">
                <a:tint val="100000"/>
                <a:shade val="100000"/>
              </a:schemeClr>
            </a:gs>
          </a:gsLst>
          <a:lin ang="16200000" scaled="0"/>
        </a:gradFill>
      </a:fillStyleLst>
      <a:lnStyleLst>
        <a:ln w="9525" cap="flat" cmpd="sng" algn="ctr">
          <a:miter lim="800000"/>
        </a:ln>
        <a:ln w="25400" cap="flat" cmpd="sng" algn="ctr">
          <a:miter lim="800000"/>
        </a:ln>
        <a:ln w="38100" cap="flat" cmpd="sng" algn="ctr">
          <a:miter lim="800000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100000"/>
                <a:shade val="0"/>
              </a:schemeClr>
            </a:gs>
            <a:gs pos="85000">
              <a:schemeClr val="phClr">
                <a:tint val="100000"/>
                <a:shade val="30000"/>
              </a:schemeClr>
            </a:gs>
            <a:gs pos="100000">
              <a:schemeClr val="phClr">
                <a:shade val="60000"/>
              </a:schemeClr>
            </a:gs>
          </a:gsLst>
          <a:lin ang="13500000" scaled="0"/>
        </a:gradFill>
        <a:gradFill>
          <a:gsLst>
            <a:gs pos="0">
              <a:schemeClr val="phClr">
                <a:tint val="100000"/>
                <a:shade val="0"/>
              </a:schemeClr>
            </a:gs>
            <a:gs pos="85000">
              <a:schemeClr val="phClr">
                <a:shade val="30000"/>
              </a:schemeClr>
            </a:gs>
            <a:gs pos="100000">
              <a:schemeClr val="phClr">
                <a:shade val="60000"/>
              </a:schemeClr>
            </a:gs>
          </a:gsLst>
          <a:lin ang="18900000" scaled="0"/>
        </a:gradFill>
      </a:bgFillStyleLst>
    </a:fmtScheme>
  </a:themeElements>
  <a:objectDefaults/>
</a:theme>
</file>

<file path=ppt/theme/theme10.xml><?xml version="1.0" encoding="utf-8"?>
<a:theme xmlns:a="http://schemas.openxmlformats.org/drawingml/2006/main" xmlns:r="http://schemas.openxmlformats.org/officeDocument/2006/relationships" xmlns:p="http://schemas.openxmlformats.org/presentationml/2006/main" name="Технический стиль 16 х 9">
  <a:themeElements>
    <a:clrScheme name="Tech_16x9">
      <a:dk1>
        <a:srgbClr val="000000"/>
      </a:dk1>
      <a:lt1>
        <a:srgbClr val="FFFFFF"/>
      </a:lt1>
      <a:dk2>
        <a:srgbClr val="192A52"/>
      </a:dk2>
      <a:lt2>
        <a:srgbClr val="C0C0C0"/>
      </a:lt2>
      <a:accent1>
        <a:srgbClr val="009999"/>
      </a:accent1>
      <a:accent2>
        <a:srgbClr val="E98915"/>
      </a:accent2>
      <a:accent3>
        <a:srgbClr val="A419A7"/>
      </a:accent3>
      <a:accent4>
        <a:srgbClr val="AFC34D"/>
      </a:accent4>
      <a:accent5>
        <a:srgbClr val="E5572B"/>
      </a:accent5>
      <a:accent6>
        <a:srgbClr val="6868C4"/>
      </a:accent6>
      <a:hlink>
        <a:srgbClr val="009999"/>
      </a:hlink>
      <a:folHlink>
        <a:srgbClr val="7F7F7F"/>
      </a:folHlink>
    </a:clrScheme>
    <a:fontScheme name="Calibri">
      <a:majorFont>
        <a:latin typeface="Calibri"/>
        <a:ea typeface="Arial"/>
        <a:cs typeface="Arial"/>
      </a:majorFont>
      <a:minorFont>
        <a:latin typeface="Calibri"/>
        <a:ea typeface="Arial"/>
        <a:cs typeface="Arial"/>
      </a:minorFont>
    </a:fontScheme>
    <a:fmtScheme name="">
      <a:fillStyleLst>
        <a:solidFill>
          <a:schemeClr val="phClr"/>
        </a:solidFill>
        <a:gradFill>
          <a:gsLst>
            <a:gs pos="0">
              <a:schemeClr val="phClr">
                <a:tint val="20000"/>
                <a:lumMod val="98000"/>
              </a:schemeClr>
            </a:gs>
            <a:gs pos="40000">
              <a:schemeClr val="phClr">
                <a:tint val="30000"/>
                <a:lumMod val="84000"/>
              </a:schemeClr>
            </a:gs>
            <a:gs pos="100000">
              <a:schemeClr val="phClr">
                <a:tint val="100000"/>
              </a:schemeClr>
            </a:gs>
          </a:gsLst>
          <a:lin ang="5040000" scaled="1"/>
        </a:gradFill>
        <a:gradFill>
          <a:gsLst>
            <a:gs pos="0">
              <a:schemeClr val="phClr">
                <a:shade val="15000"/>
              </a:schemeClr>
            </a:gs>
            <a:gs pos="50000">
              <a:schemeClr val="phClr">
                <a:shade val="45000"/>
              </a:schemeClr>
            </a:gs>
            <a:gs pos="70000">
              <a:schemeClr val="phClr">
                <a:tint val="99000"/>
                <a:shade val="65000"/>
              </a:schemeClr>
            </a:gs>
            <a:gs pos="100000">
              <a:schemeClr val="phClr">
                <a:tint val="100000"/>
                <a:shade val="100000"/>
              </a:schemeClr>
            </a:gs>
          </a:gsLst>
          <a:lin ang="16200000" scaled="0"/>
        </a:gradFill>
      </a:fillStyleLst>
      <a:lnStyleLst>
        <a:ln w="9525" cap="flat" cmpd="sng" algn="ctr">
          <a:miter lim="800000"/>
        </a:ln>
        <a:ln w="25400" cap="flat" cmpd="sng" algn="ctr">
          <a:miter lim="800000"/>
        </a:ln>
        <a:ln w="38100" cap="flat" cmpd="sng" algn="ctr">
          <a:miter lim="800000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100000"/>
                <a:shade val="0"/>
              </a:schemeClr>
            </a:gs>
            <a:gs pos="85000">
              <a:schemeClr val="phClr">
                <a:tint val="100000"/>
                <a:shade val="30000"/>
              </a:schemeClr>
            </a:gs>
            <a:gs pos="100000">
              <a:schemeClr val="phClr">
                <a:shade val="60000"/>
              </a:schemeClr>
            </a:gs>
          </a:gsLst>
          <a:lin ang="13500000" scaled="0"/>
        </a:gradFill>
        <a:gradFill>
          <a:gsLst>
            <a:gs pos="0">
              <a:schemeClr val="phClr">
                <a:tint val="100000"/>
                <a:shade val="0"/>
              </a:schemeClr>
            </a:gs>
            <a:gs pos="85000">
              <a:schemeClr val="phClr">
                <a:shade val="30000"/>
              </a:schemeClr>
            </a:gs>
            <a:gs pos="100000">
              <a:schemeClr val="phClr">
                <a:shade val="60000"/>
              </a:schemeClr>
            </a:gs>
          </a:gsLst>
          <a:lin ang="18900000" scaled="0"/>
        </a:gradFill>
      </a:bgFillStyleLst>
    </a:fmtScheme>
  </a:themeElements>
  <a:objectDefaults/>
</a:theme>
</file>

<file path=ppt/theme/theme11.xml><?xml version="1.0" encoding="utf-8"?>
<a:theme xmlns:a="http://schemas.openxmlformats.org/drawingml/2006/main" xmlns:r="http://schemas.openxmlformats.org/officeDocument/2006/relationships" xmlns:p="http://schemas.openxmlformats.org/presentationml/2006/main" name="Технический стиль 16 х 9">
  <a:themeElements>
    <a:clrScheme name="Tech_16x9">
      <a:dk1>
        <a:srgbClr val="000000"/>
      </a:dk1>
      <a:lt1>
        <a:srgbClr val="FFFFFF"/>
      </a:lt1>
      <a:dk2>
        <a:srgbClr val="192A52"/>
      </a:dk2>
      <a:lt2>
        <a:srgbClr val="C0C0C0"/>
      </a:lt2>
      <a:accent1>
        <a:srgbClr val="009999"/>
      </a:accent1>
      <a:accent2>
        <a:srgbClr val="E98915"/>
      </a:accent2>
      <a:accent3>
        <a:srgbClr val="A419A7"/>
      </a:accent3>
      <a:accent4>
        <a:srgbClr val="AFC34D"/>
      </a:accent4>
      <a:accent5>
        <a:srgbClr val="E5572B"/>
      </a:accent5>
      <a:accent6>
        <a:srgbClr val="6868C4"/>
      </a:accent6>
      <a:hlink>
        <a:srgbClr val="009999"/>
      </a:hlink>
      <a:folHlink>
        <a:srgbClr val="7F7F7F"/>
      </a:folHlink>
    </a:clrScheme>
    <a:fontScheme name="Calibri">
      <a:majorFont>
        <a:latin typeface="Calibri"/>
        <a:ea typeface="Arial"/>
        <a:cs typeface="Arial"/>
      </a:majorFont>
      <a:minorFont>
        <a:latin typeface="Calibri"/>
        <a:ea typeface="Arial"/>
        <a:cs typeface="Arial"/>
      </a:minorFont>
    </a:fontScheme>
    <a:fmtScheme name="">
      <a:fillStyleLst>
        <a:solidFill>
          <a:schemeClr val="phClr"/>
        </a:solidFill>
        <a:gradFill>
          <a:gsLst>
            <a:gs pos="0">
              <a:schemeClr val="phClr">
                <a:tint val="20000"/>
                <a:lumMod val="98000"/>
              </a:schemeClr>
            </a:gs>
            <a:gs pos="40000">
              <a:schemeClr val="phClr">
                <a:tint val="30000"/>
                <a:lumMod val="84000"/>
              </a:schemeClr>
            </a:gs>
            <a:gs pos="100000">
              <a:schemeClr val="phClr">
                <a:tint val="100000"/>
              </a:schemeClr>
            </a:gs>
          </a:gsLst>
          <a:lin ang="5040000" scaled="1"/>
        </a:gradFill>
        <a:gradFill>
          <a:gsLst>
            <a:gs pos="0">
              <a:schemeClr val="phClr">
                <a:shade val="15000"/>
              </a:schemeClr>
            </a:gs>
            <a:gs pos="50000">
              <a:schemeClr val="phClr">
                <a:shade val="45000"/>
              </a:schemeClr>
            </a:gs>
            <a:gs pos="70000">
              <a:schemeClr val="phClr">
                <a:tint val="99000"/>
                <a:shade val="65000"/>
              </a:schemeClr>
            </a:gs>
            <a:gs pos="100000">
              <a:schemeClr val="phClr">
                <a:tint val="100000"/>
                <a:shade val="100000"/>
              </a:schemeClr>
            </a:gs>
          </a:gsLst>
          <a:lin ang="16200000" scaled="0"/>
        </a:gradFill>
      </a:fillStyleLst>
      <a:lnStyleLst>
        <a:ln w="9525" cap="flat" cmpd="sng" algn="ctr">
          <a:miter lim="800000"/>
        </a:ln>
        <a:ln w="25400" cap="flat" cmpd="sng" algn="ctr">
          <a:miter lim="800000"/>
        </a:ln>
        <a:ln w="38100" cap="flat" cmpd="sng" algn="ctr">
          <a:miter lim="800000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100000"/>
                <a:shade val="0"/>
              </a:schemeClr>
            </a:gs>
            <a:gs pos="85000">
              <a:schemeClr val="phClr">
                <a:tint val="100000"/>
                <a:shade val="30000"/>
              </a:schemeClr>
            </a:gs>
            <a:gs pos="100000">
              <a:schemeClr val="phClr">
                <a:shade val="60000"/>
              </a:schemeClr>
            </a:gs>
          </a:gsLst>
          <a:lin ang="13500000" scaled="0"/>
        </a:gradFill>
        <a:gradFill>
          <a:gsLst>
            <a:gs pos="0">
              <a:schemeClr val="phClr">
                <a:tint val="100000"/>
                <a:shade val="0"/>
              </a:schemeClr>
            </a:gs>
            <a:gs pos="85000">
              <a:schemeClr val="phClr">
                <a:shade val="30000"/>
              </a:schemeClr>
            </a:gs>
            <a:gs pos="100000">
              <a:schemeClr val="phClr">
                <a:shade val="60000"/>
              </a:schemeClr>
            </a:gs>
          </a:gsLst>
          <a:lin ang="18900000" scaled="0"/>
        </a:gradFill>
      </a:bgFillStyleLst>
    </a:fmtScheme>
  </a:themeElements>
  <a:objectDefaults/>
</a:theme>
</file>

<file path=ppt/theme/theme12.xml><?xml version="1.0" encoding="utf-8"?>
<a:theme xmlns:a="http://schemas.openxmlformats.org/drawingml/2006/main" xmlns:r="http://schemas.openxmlformats.org/officeDocument/2006/relationships" xmlns:p="http://schemas.openxmlformats.org/presentationml/2006/main" name="Технический стиль 16 х 9">
  <a:themeElements>
    <a:clrScheme name="Tech_16x9">
      <a:dk1>
        <a:srgbClr val="000000"/>
      </a:dk1>
      <a:lt1>
        <a:srgbClr val="FFFFFF"/>
      </a:lt1>
      <a:dk2>
        <a:srgbClr val="192A52"/>
      </a:dk2>
      <a:lt2>
        <a:srgbClr val="C0C0C0"/>
      </a:lt2>
      <a:accent1>
        <a:srgbClr val="009999"/>
      </a:accent1>
      <a:accent2>
        <a:srgbClr val="E98915"/>
      </a:accent2>
      <a:accent3>
        <a:srgbClr val="A419A7"/>
      </a:accent3>
      <a:accent4>
        <a:srgbClr val="AFC34D"/>
      </a:accent4>
      <a:accent5>
        <a:srgbClr val="E5572B"/>
      </a:accent5>
      <a:accent6>
        <a:srgbClr val="6868C4"/>
      </a:accent6>
      <a:hlink>
        <a:srgbClr val="009999"/>
      </a:hlink>
      <a:folHlink>
        <a:srgbClr val="7F7F7F"/>
      </a:folHlink>
    </a:clrScheme>
    <a:fontScheme name="Calibri">
      <a:majorFont>
        <a:latin typeface="Calibri"/>
        <a:ea typeface="Arial"/>
        <a:cs typeface="Arial"/>
      </a:majorFont>
      <a:minorFont>
        <a:latin typeface="Calibri"/>
        <a:ea typeface="Arial"/>
        <a:cs typeface="Arial"/>
      </a:minorFont>
    </a:fontScheme>
    <a:fmtScheme name="">
      <a:fillStyleLst>
        <a:solidFill>
          <a:schemeClr val="phClr"/>
        </a:solidFill>
        <a:gradFill>
          <a:gsLst>
            <a:gs pos="0">
              <a:schemeClr val="phClr">
                <a:tint val="20000"/>
                <a:lumMod val="98000"/>
              </a:schemeClr>
            </a:gs>
            <a:gs pos="40000">
              <a:schemeClr val="phClr">
                <a:tint val="30000"/>
                <a:lumMod val="84000"/>
              </a:schemeClr>
            </a:gs>
            <a:gs pos="100000">
              <a:schemeClr val="phClr">
                <a:tint val="100000"/>
              </a:schemeClr>
            </a:gs>
          </a:gsLst>
          <a:lin ang="5040000" scaled="1"/>
        </a:gradFill>
        <a:gradFill>
          <a:gsLst>
            <a:gs pos="0">
              <a:schemeClr val="phClr">
                <a:shade val="15000"/>
              </a:schemeClr>
            </a:gs>
            <a:gs pos="50000">
              <a:schemeClr val="phClr">
                <a:shade val="45000"/>
              </a:schemeClr>
            </a:gs>
            <a:gs pos="70000">
              <a:schemeClr val="phClr">
                <a:tint val="99000"/>
                <a:shade val="65000"/>
              </a:schemeClr>
            </a:gs>
            <a:gs pos="100000">
              <a:schemeClr val="phClr">
                <a:tint val="100000"/>
                <a:shade val="100000"/>
              </a:schemeClr>
            </a:gs>
          </a:gsLst>
          <a:lin ang="16200000" scaled="0"/>
        </a:gradFill>
      </a:fillStyleLst>
      <a:lnStyleLst>
        <a:ln w="9525" cap="flat" cmpd="sng" algn="ctr">
          <a:miter lim="800000"/>
        </a:ln>
        <a:ln w="25400" cap="flat" cmpd="sng" algn="ctr">
          <a:miter lim="800000"/>
        </a:ln>
        <a:ln w="38100" cap="flat" cmpd="sng" algn="ctr">
          <a:miter lim="800000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100000"/>
                <a:shade val="0"/>
              </a:schemeClr>
            </a:gs>
            <a:gs pos="85000">
              <a:schemeClr val="phClr">
                <a:tint val="100000"/>
                <a:shade val="30000"/>
              </a:schemeClr>
            </a:gs>
            <a:gs pos="100000">
              <a:schemeClr val="phClr">
                <a:shade val="60000"/>
              </a:schemeClr>
            </a:gs>
          </a:gsLst>
          <a:lin ang="13500000" scaled="0"/>
        </a:gradFill>
        <a:gradFill>
          <a:gsLst>
            <a:gs pos="0">
              <a:schemeClr val="phClr">
                <a:tint val="100000"/>
                <a:shade val="0"/>
              </a:schemeClr>
            </a:gs>
            <a:gs pos="85000">
              <a:schemeClr val="phClr">
                <a:shade val="30000"/>
              </a:schemeClr>
            </a:gs>
            <a:gs pos="100000">
              <a:schemeClr val="phClr">
                <a:shade val="60000"/>
              </a:schemeClr>
            </a:gs>
          </a:gsLst>
          <a:lin ang="18900000" scaled="0"/>
        </a:gradFill>
      </a:bgFillStyleLst>
    </a:fmtScheme>
  </a:themeElements>
  <a:objectDefaults/>
</a:theme>
</file>

<file path=ppt/theme/theme13.xml><?xml version="1.0" encoding="utf-8"?>
<a:theme xmlns:a="http://schemas.openxmlformats.org/drawingml/2006/main" xmlns:r="http://schemas.openxmlformats.org/officeDocument/2006/relationships" xmlns:p="http://schemas.openxmlformats.org/presentationml/2006/main" name="Технический стиль 16 х 9">
  <a:themeElements>
    <a:clrScheme name="Tech_16x9">
      <a:dk1>
        <a:srgbClr val="000000"/>
      </a:dk1>
      <a:lt1>
        <a:srgbClr val="FFFFFF"/>
      </a:lt1>
      <a:dk2>
        <a:srgbClr val="192A52"/>
      </a:dk2>
      <a:lt2>
        <a:srgbClr val="C0C0C0"/>
      </a:lt2>
      <a:accent1>
        <a:srgbClr val="009999"/>
      </a:accent1>
      <a:accent2>
        <a:srgbClr val="E98915"/>
      </a:accent2>
      <a:accent3>
        <a:srgbClr val="A419A7"/>
      </a:accent3>
      <a:accent4>
        <a:srgbClr val="AFC34D"/>
      </a:accent4>
      <a:accent5>
        <a:srgbClr val="E5572B"/>
      </a:accent5>
      <a:accent6>
        <a:srgbClr val="6868C4"/>
      </a:accent6>
      <a:hlink>
        <a:srgbClr val="009999"/>
      </a:hlink>
      <a:folHlink>
        <a:srgbClr val="7F7F7F"/>
      </a:folHlink>
    </a:clrScheme>
    <a:fontScheme name="Calibri">
      <a:majorFont>
        <a:latin typeface="Calibri"/>
        <a:ea typeface="Arial"/>
        <a:cs typeface="Arial"/>
      </a:majorFont>
      <a:minorFont>
        <a:latin typeface="Calibri"/>
        <a:ea typeface="Arial"/>
        <a:cs typeface="Arial"/>
      </a:minorFont>
    </a:fontScheme>
    <a:fmtScheme name="">
      <a:fillStyleLst>
        <a:solidFill>
          <a:schemeClr val="phClr"/>
        </a:solidFill>
        <a:gradFill>
          <a:gsLst>
            <a:gs pos="0">
              <a:schemeClr val="phClr">
                <a:tint val="20000"/>
                <a:lumMod val="98000"/>
              </a:schemeClr>
            </a:gs>
            <a:gs pos="40000">
              <a:schemeClr val="phClr">
                <a:tint val="30000"/>
                <a:lumMod val="84000"/>
              </a:schemeClr>
            </a:gs>
            <a:gs pos="100000">
              <a:schemeClr val="phClr">
                <a:tint val="100000"/>
              </a:schemeClr>
            </a:gs>
          </a:gsLst>
          <a:lin ang="5040000" scaled="1"/>
        </a:gradFill>
        <a:gradFill>
          <a:gsLst>
            <a:gs pos="0">
              <a:schemeClr val="phClr">
                <a:shade val="15000"/>
              </a:schemeClr>
            </a:gs>
            <a:gs pos="50000">
              <a:schemeClr val="phClr">
                <a:shade val="45000"/>
              </a:schemeClr>
            </a:gs>
            <a:gs pos="70000">
              <a:schemeClr val="phClr">
                <a:tint val="99000"/>
                <a:shade val="65000"/>
              </a:schemeClr>
            </a:gs>
            <a:gs pos="100000">
              <a:schemeClr val="phClr">
                <a:tint val="100000"/>
                <a:shade val="100000"/>
              </a:schemeClr>
            </a:gs>
          </a:gsLst>
          <a:lin ang="16200000" scaled="0"/>
        </a:gradFill>
      </a:fillStyleLst>
      <a:lnStyleLst>
        <a:ln w="9525" cap="flat" cmpd="sng" algn="ctr">
          <a:miter lim="800000"/>
        </a:ln>
        <a:ln w="25400" cap="flat" cmpd="sng" algn="ctr">
          <a:miter lim="800000"/>
        </a:ln>
        <a:ln w="38100" cap="flat" cmpd="sng" algn="ctr">
          <a:miter lim="800000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100000"/>
                <a:shade val="0"/>
              </a:schemeClr>
            </a:gs>
            <a:gs pos="85000">
              <a:schemeClr val="phClr">
                <a:tint val="100000"/>
                <a:shade val="30000"/>
              </a:schemeClr>
            </a:gs>
            <a:gs pos="100000">
              <a:schemeClr val="phClr">
                <a:shade val="60000"/>
              </a:schemeClr>
            </a:gs>
          </a:gsLst>
          <a:lin ang="13500000" scaled="0"/>
        </a:gradFill>
        <a:gradFill>
          <a:gsLst>
            <a:gs pos="0">
              <a:schemeClr val="phClr">
                <a:tint val="100000"/>
                <a:shade val="0"/>
              </a:schemeClr>
            </a:gs>
            <a:gs pos="85000">
              <a:schemeClr val="phClr">
                <a:shade val="30000"/>
              </a:schemeClr>
            </a:gs>
            <a:gs pos="100000">
              <a:schemeClr val="phClr">
                <a:shade val="60000"/>
              </a:schemeClr>
            </a:gs>
          </a:gsLst>
          <a:lin ang="18900000" scaled="0"/>
        </a:gradFill>
      </a:bgFillStyleLst>
    </a:fmtScheme>
  </a:themeElements>
  <a:objectDefaults/>
</a:theme>
</file>

<file path=ppt/theme/theme14.xml><?xml version="1.0" encoding="utf-8"?>
<a:theme xmlns:a="http://schemas.openxmlformats.org/drawingml/2006/main" xmlns:r="http://schemas.openxmlformats.org/officeDocument/2006/relationships" xmlns:p="http://schemas.openxmlformats.org/presentationml/2006/main" name="Технический стиль 16 х 9">
  <a:themeElements>
    <a:clrScheme name="Tech_16x9">
      <a:dk1>
        <a:srgbClr val="000000"/>
      </a:dk1>
      <a:lt1>
        <a:srgbClr val="FFFFFF"/>
      </a:lt1>
      <a:dk2>
        <a:srgbClr val="192A52"/>
      </a:dk2>
      <a:lt2>
        <a:srgbClr val="C0C0C0"/>
      </a:lt2>
      <a:accent1>
        <a:srgbClr val="009999"/>
      </a:accent1>
      <a:accent2>
        <a:srgbClr val="E98915"/>
      </a:accent2>
      <a:accent3>
        <a:srgbClr val="A419A7"/>
      </a:accent3>
      <a:accent4>
        <a:srgbClr val="AFC34D"/>
      </a:accent4>
      <a:accent5>
        <a:srgbClr val="E5572B"/>
      </a:accent5>
      <a:accent6>
        <a:srgbClr val="6868C4"/>
      </a:accent6>
      <a:hlink>
        <a:srgbClr val="009999"/>
      </a:hlink>
      <a:folHlink>
        <a:srgbClr val="7F7F7F"/>
      </a:folHlink>
    </a:clrScheme>
    <a:fontScheme name="Calibri">
      <a:majorFont>
        <a:latin typeface="Calibri"/>
        <a:ea typeface="Arial"/>
        <a:cs typeface="Arial"/>
      </a:majorFont>
      <a:minorFont>
        <a:latin typeface="Calibri"/>
        <a:ea typeface="Arial"/>
        <a:cs typeface="Arial"/>
      </a:minorFont>
    </a:fontScheme>
    <a:fmtScheme name="">
      <a:fillStyleLst>
        <a:solidFill>
          <a:schemeClr val="phClr"/>
        </a:solidFill>
        <a:gradFill>
          <a:gsLst>
            <a:gs pos="0">
              <a:schemeClr val="phClr">
                <a:tint val="20000"/>
                <a:lumMod val="98000"/>
              </a:schemeClr>
            </a:gs>
            <a:gs pos="40000">
              <a:schemeClr val="phClr">
                <a:tint val="30000"/>
                <a:lumMod val="84000"/>
              </a:schemeClr>
            </a:gs>
            <a:gs pos="100000">
              <a:schemeClr val="phClr">
                <a:tint val="100000"/>
              </a:schemeClr>
            </a:gs>
          </a:gsLst>
          <a:lin ang="5040000" scaled="1"/>
        </a:gradFill>
        <a:gradFill>
          <a:gsLst>
            <a:gs pos="0">
              <a:schemeClr val="phClr">
                <a:shade val="15000"/>
              </a:schemeClr>
            </a:gs>
            <a:gs pos="50000">
              <a:schemeClr val="phClr">
                <a:shade val="45000"/>
              </a:schemeClr>
            </a:gs>
            <a:gs pos="70000">
              <a:schemeClr val="phClr">
                <a:tint val="99000"/>
                <a:shade val="65000"/>
              </a:schemeClr>
            </a:gs>
            <a:gs pos="100000">
              <a:schemeClr val="phClr">
                <a:tint val="100000"/>
                <a:shade val="100000"/>
              </a:schemeClr>
            </a:gs>
          </a:gsLst>
          <a:lin ang="16200000" scaled="0"/>
        </a:gradFill>
      </a:fillStyleLst>
      <a:lnStyleLst>
        <a:ln w="9525" cap="flat" cmpd="sng" algn="ctr">
          <a:miter lim="800000"/>
        </a:ln>
        <a:ln w="25400" cap="flat" cmpd="sng" algn="ctr">
          <a:miter lim="800000"/>
        </a:ln>
        <a:ln w="38100" cap="flat" cmpd="sng" algn="ctr">
          <a:miter lim="800000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100000"/>
                <a:shade val="0"/>
              </a:schemeClr>
            </a:gs>
            <a:gs pos="85000">
              <a:schemeClr val="phClr">
                <a:tint val="100000"/>
                <a:shade val="30000"/>
              </a:schemeClr>
            </a:gs>
            <a:gs pos="100000">
              <a:schemeClr val="phClr">
                <a:shade val="60000"/>
              </a:schemeClr>
            </a:gs>
          </a:gsLst>
          <a:lin ang="13500000" scaled="0"/>
        </a:gradFill>
        <a:gradFill>
          <a:gsLst>
            <a:gs pos="0">
              <a:schemeClr val="phClr">
                <a:tint val="100000"/>
                <a:shade val="0"/>
              </a:schemeClr>
            </a:gs>
            <a:gs pos="85000">
              <a:schemeClr val="phClr">
                <a:shade val="30000"/>
              </a:schemeClr>
            </a:gs>
            <a:gs pos="100000">
              <a:schemeClr val="phClr">
                <a:shade val="60000"/>
              </a:schemeClr>
            </a:gs>
          </a:gsLst>
          <a:lin ang="18900000" scaled="0"/>
        </a:gradFill>
      </a:bgFillStyleLst>
    </a:fmtScheme>
  </a:themeElements>
  <a:objectDefaults/>
</a:theme>
</file>

<file path=ppt/theme/theme15.xml><?xml version="1.0" encoding="utf-8"?>
<a:theme xmlns:a="http://schemas.openxmlformats.org/drawingml/2006/main" xmlns:r="http://schemas.openxmlformats.org/officeDocument/2006/relationships" xmlns:p="http://schemas.openxmlformats.org/presentationml/2006/main" name="Технический стиль 16 х 9">
  <a:themeElements>
    <a:clrScheme name="Tech_16x9">
      <a:dk1>
        <a:srgbClr val="000000"/>
      </a:dk1>
      <a:lt1>
        <a:srgbClr val="FFFFFF"/>
      </a:lt1>
      <a:dk2>
        <a:srgbClr val="192A52"/>
      </a:dk2>
      <a:lt2>
        <a:srgbClr val="C0C0C0"/>
      </a:lt2>
      <a:accent1>
        <a:srgbClr val="009999"/>
      </a:accent1>
      <a:accent2>
        <a:srgbClr val="E98915"/>
      </a:accent2>
      <a:accent3>
        <a:srgbClr val="A419A7"/>
      </a:accent3>
      <a:accent4>
        <a:srgbClr val="AFC34D"/>
      </a:accent4>
      <a:accent5>
        <a:srgbClr val="E5572B"/>
      </a:accent5>
      <a:accent6>
        <a:srgbClr val="6868C4"/>
      </a:accent6>
      <a:hlink>
        <a:srgbClr val="009999"/>
      </a:hlink>
      <a:folHlink>
        <a:srgbClr val="7F7F7F"/>
      </a:folHlink>
    </a:clrScheme>
    <a:fontScheme name="Calibri">
      <a:majorFont>
        <a:latin typeface="Calibri"/>
        <a:ea typeface="Arial"/>
        <a:cs typeface="Arial"/>
      </a:majorFont>
      <a:minorFont>
        <a:latin typeface="Calibri"/>
        <a:ea typeface="Arial"/>
        <a:cs typeface="Arial"/>
      </a:minorFont>
    </a:fontScheme>
    <a:fmtScheme name="">
      <a:fillStyleLst>
        <a:solidFill>
          <a:schemeClr val="phClr"/>
        </a:solidFill>
        <a:gradFill>
          <a:gsLst>
            <a:gs pos="0">
              <a:schemeClr val="phClr">
                <a:tint val="20000"/>
                <a:lumMod val="98000"/>
              </a:schemeClr>
            </a:gs>
            <a:gs pos="40000">
              <a:schemeClr val="phClr">
                <a:tint val="30000"/>
                <a:lumMod val="84000"/>
              </a:schemeClr>
            </a:gs>
            <a:gs pos="100000">
              <a:schemeClr val="phClr">
                <a:tint val="100000"/>
              </a:schemeClr>
            </a:gs>
          </a:gsLst>
          <a:lin ang="5040000" scaled="1"/>
        </a:gradFill>
        <a:gradFill>
          <a:gsLst>
            <a:gs pos="0">
              <a:schemeClr val="phClr">
                <a:shade val="15000"/>
              </a:schemeClr>
            </a:gs>
            <a:gs pos="50000">
              <a:schemeClr val="phClr">
                <a:shade val="45000"/>
              </a:schemeClr>
            </a:gs>
            <a:gs pos="70000">
              <a:schemeClr val="phClr">
                <a:tint val="99000"/>
                <a:shade val="65000"/>
              </a:schemeClr>
            </a:gs>
            <a:gs pos="100000">
              <a:schemeClr val="phClr">
                <a:tint val="100000"/>
                <a:shade val="100000"/>
              </a:schemeClr>
            </a:gs>
          </a:gsLst>
          <a:lin ang="16200000" scaled="0"/>
        </a:gradFill>
      </a:fillStyleLst>
      <a:lnStyleLst>
        <a:ln w="9525" cap="flat" cmpd="sng" algn="ctr">
          <a:miter lim="800000"/>
        </a:ln>
        <a:ln w="25400" cap="flat" cmpd="sng" algn="ctr">
          <a:miter lim="800000"/>
        </a:ln>
        <a:ln w="38100" cap="flat" cmpd="sng" algn="ctr">
          <a:miter lim="800000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100000"/>
                <a:shade val="0"/>
              </a:schemeClr>
            </a:gs>
            <a:gs pos="85000">
              <a:schemeClr val="phClr">
                <a:tint val="100000"/>
                <a:shade val="30000"/>
              </a:schemeClr>
            </a:gs>
            <a:gs pos="100000">
              <a:schemeClr val="phClr">
                <a:shade val="60000"/>
              </a:schemeClr>
            </a:gs>
          </a:gsLst>
          <a:lin ang="13500000" scaled="0"/>
        </a:gradFill>
        <a:gradFill>
          <a:gsLst>
            <a:gs pos="0">
              <a:schemeClr val="phClr">
                <a:tint val="100000"/>
                <a:shade val="0"/>
              </a:schemeClr>
            </a:gs>
            <a:gs pos="85000">
              <a:schemeClr val="phClr">
                <a:shade val="30000"/>
              </a:schemeClr>
            </a:gs>
            <a:gs pos="100000">
              <a:schemeClr val="phClr">
                <a:shade val="60000"/>
              </a:schemeClr>
            </a:gs>
          </a:gsLst>
          <a:lin ang="18900000" scaled="0"/>
        </a:gradFill>
      </a:bgFillStyleLst>
    </a:fmtScheme>
  </a:themeElements>
  <a:objectDefaults/>
</a:theme>
</file>

<file path=ppt/theme/theme16.xml><?xml version="1.0" encoding="utf-8"?>
<a:theme xmlns:a="http://schemas.openxmlformats.org/drawingml/2006/main" xmlns:r="http://schemas.openxmlformats.org/officeDocument/2006/relationships" xmlns:p="http://schemas.openxmlformats.org/presentationml/2006/main" name="Технический стиль 16 х 9">
  <a:themeElements>
    <a:clrScheme name="Tech_16x9">
      <a:dk1>
        <a:srgbClr val="000000"/>
      </a:dk1>
      <a:lt1>
        <a:srgbClr val="FFFFFF"/>
      </a:lt1>
      <a:dk2>
        <a:srgbClr val="192A52"/>
      </a:dk2>
      <a:lt2>
        <a:srgbClr val="C0C0C0"/>
      </a:lt2>
      <a:accent1>
        <a:srgbClr val="009999"/>
      </a:accent1>
      <a:accent2>
        <a:srgbClr val="E98915"/>
      </a:accent2>
      <a:accent3>
        <a:srgbClr val="A419A7"/>
      </a:accent3>
      <a:accent4>
        <a:srgbClr val="AFC34D"/>
      </a:accent4>
      <a:accent5>
        <a:srgbClr val="E5572B"/>
      </a:accent5>
      <a:accent6>
        <a:srgbClr val="6868C4"/>
      </a:accent6>
      <a:hlink>
        <a:srgbClr val="009999"/>
      </a:hlink>
      <a:folHlink>
        <a:srgbClr val="7F7F7F"/>
      </a:folHlink>
    </a:clrScheme>
    <a:fontScheme name="Calibri">
      <a:majorFont>
        <a:latin typeface="Calibri"/>
        <a:ea typeface="Arial"/>
        <a:cs typeface="Arial"/>
      </a:majorFont>
      <a:minorFont>
        <a:latin typeface="Calibri"/>
        <a:ea typeface="Arial"/>
        <a:cs typeface="Arial"/>
      </a:minorFont>
    </a:fontScheme>
    <a:fmtScheme name="">
      <a:fillStyleLst>
        <a:solidFill>
          <a:schemeClr val="phClr"/>
        </a:solidFill>
        <a:gradFill>
          <a:gsLst>
            <a:gs pos="0">
              <a:schemeClr val="phClr">
                <a:tint val="20000"/>
                <a:lumMod val="98000"/>
              </a:schemeClr>
            </a:gs>
            <a:gs pos="40000">
              <a:schemeClr val="phClr">
                <a:tint val="30000"/>
                <a:lumMod val="84000"/>
              </a:schemeClr>
            </a:gs>
            <a:gs pos="100000">
              <a:schemeClr val="phClr">
                <a:tint val="100000"/>
              </a:schemeClr>
            </a:gs>
          </a:gsLst>
          <a:lin ang="5040000" scaled="1"/>
        </a:gradFill>
        <a:gradFill>
          <a:gsLst>
            <a:gs pos="0">
              <a:schemeClr val="phClr">
                <a:shade val="15000"/>
              </a:schemeClr>
            </a:gs>
            <a:gs pos="50000">
              <a:schemeClr val="phClr">
                <a:shade val="45000"/>
              </a:schemeClr>
            </a:gs>
            <a:gs pos="70000">
              <a:schemeClr val="phClr">
                <a:tint val="99000"/>
                <a:shade val="65000"/>
              </a:schemeClr>
            </a:gs>
            <a:gs pos="100000">
              <a:schemeClr val="phClr">
                <a:tint val="100000"/>
                <a:shade val="100000"/>
              </a:schemeClr>
            </a:gs>
          </a:gsLst>
          <a:lin ang="16200000" scaled="0"/>
        </a:gradFill>
      </a:fillStyleLst>
      <a:lnStyleLst>
        <a:ln w="9525" cap="flat" cmpd="sng" algn="ctr">
          <a:miter lim="800000"/>
        </a:ln>
        <a:ln w="25400" cap="flat" cmpd="sng" algn="ctr">
          <a:miter lim="800000"/>
        </a:ln>
        <a:ln w="38100" cap="flat" cmpd="sng" algn="ctr">
          <a:miter lim="800000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100000"/>
                <a:shade val="0"/>
              </a:schemeClr>
            </a:gs>
            <a:gs pos="85000">
              <a:schemeClr val="phClr">
                <a:tint val="100000"/>
                <a:shade val="30000"/>
              </a:schemeClr>
            </a:gs>
            <a:gs pos="100000">
              <a:schemeClr val="phClr">
                <a:shade val="60000"/>
              </a:schemeClr>
            </a:gs>
          </a:gsLst>
          <a:lin ang="13500000" scaled="0"/>
        </a:gradFill>
        <a:gradFill>
          <a:gsLst>
            <a:gs pos="0">
              <a:schemeClr val="phClr">
                <a:tint val="100000"/>
                <a:shade val="0"/>
              </a:schemeClr>
            </a:gs>
            <a:gs pos="85000">
              <a:schemeClr val="phClr">
                <a:shade val="30000"/>
              </a:schemeClr>
            </a:gs>
            <a:gs pos="100000">
              <a:schemeClr val="phClr">
                <a:shade val="60000"/>
              </a:schemeClr>
            </a:gs>
          </a:gsLst>
          <a:lin ang="18900000" scaled="0"/>
        </a:gradFill>
      </a:bgFillStyleLst>
    </a:fmtScheme>
  </a:themeElements>
  <a:objectDefaults/>
</a:theme>
</file>

<file path=ppt/theme/theme17.xml><?xml version="1.0" encoding="utf-8"?>
<a:theme xmlns:a="http://schemas.openxmlformats.org/drawingml/2006/main" xmlns:r="http://schemas.openxmlformats.org/officeDocument/2006/relationships" xmlns:p="http://schemas.openxmlformats.org/presentationml/2006/main" name="Технический стиль 16 х 9">
  <a:themeElements>
    <a:clrScheme name="Tech_16x9">
      <a:dk1>
        <a:srgbClr val="000000"/>
      </a:dk1>
      <a:lt1>
        <a:srgbClr val="FFFFFF"/>
      </a:lt1>
      <a:dk2>
        <a:srgbClr val="192A52"/>
      </a:dk2>
      <a:lt2>
        <a:srgbClr val="C0C0C0"/>
      </a:lt2>
      <a:accent1>
        <a:srgbClr val="009999"/>
      </a:accent1>
      <a:accent2>
        <a:srgbClr val="E98915"/>
      </a:accent2>
      <a:accent3>
        <a:srgbClr val="A419A7"/>
      </a:accent3>
      <a:accent4>
        <a:srgbClr val="AFC34D"/>
      </a:accent4>
      <a:accent5>
        <a:srgbClr val="E5572B"/>
      </a:accent5>
      <a:accent6>
        <a:srgbClr val="6868C4"/>
      </a:accent6>
      <a:hlink>
        <a:srgbClr val="009999"/>
      </a:hlink>
      <a:folHlink>
        <a:srgbClr val="7F7F7F"/>
      </a:folHlink>
    </a:clrScheme>
    <a:fontScheme name="Calibri">
      <a:majorFont>
        <a:latin typeface="Calibri"/>
        <a:ea typeface="Arial"/>
        <a:cs typeface="Arial"/>
      </a:majorFont>
      <a:minorFont>
        <a:latin typeface="Calibri"/>
        <a:ea typeface="Arial"/>
        <a:cs typeface="Arial"/>
      </a:minorFont>
    </a:fontScheme>
    <a:fmtScheme name="">
      <a:fillStyleLst>
        <a:solidFill>
          <a:schemeClr val="phClr"/>
        </a:solidFill>
        <a:gradFill>
          <a:gsLst>
            <a:gs pos="0">
              <a:schemeClr val="phClr">
                <a:tint val="20000"/>
                <a:lumMod val="98000"/>
              </a:schemeClr>
            </a:gs>
            <a:gs pos="40000">
              <a:schemeClr val="phClr">
                <a:tint val="30000"/>
                <a:lumMod val="84000"/>
              </a:schemeClr>
            </a:gs>
            <a:gs pos="100000">
              <a:schemeClr val="phClr">
                <a:tint val="100000"/>
              </a:schemeClr>
            </a:gs>
          </a:gsLst>
          <a:lin ang="5040000" scaled="1"/>
        </a:gradFill>
        <a:gradFill>
          <a:gsLst>
            <a:gs pos="0">
              <a:schemeClr val="phClr">
                <a:shade val="15000"/>
              </a:schemeClr>
            </a:gs>
            <a:gs pos="50000">
              <a:schemeClr val="phClr">
                <a:shade val="45000"/>
              </a:schemeClr>
            </a:gs>
            <a:gs pos="70000">
              <a:schemeClr val="phClr">
                <a:tint val="99000"/>
                <a:shade val="65000"/>
              </a:schemeClr>
            </a:gs>
            <a:gs pos="100000">
              <a:schemeClr val="phClr">
                <a:tint val="100000"/>
                <a:shade val="100000"/>
              </a:schemeClr>
            </a:gs>
          </a:gsLst>
          <a:lin ang="16200000" scaled="0"/>
        </a:gradFill>
      </a:fillStyleLst>
      <a:lnStyleLst>
        <a:ln w="9525" cap="flat" cmpd="sng" algn="ctr">
          <a:miter lim="800000"/>
        </a:ln>
        <a:ln w="25400" cap="flat" cmpd="sng" algn="ctr">
          <a:miter lim="800000"/>
        </a:ln>
        <a:ln w="38100" cap="flat" cmpd="sng" algn="ctr">
          <a:miter lim="800000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100000"/>
                <a:shade val="0"/>
              </a:schemeClr>
            </a:gs>
            <a:gs pos="85000">
              <a:schemeClr val="phClr">
                <a:tint val="100000"/>
                <a:shade val="30000"/>
              </a:schemeClr>
            </a:gs>
            <a:gs pos="100000">
              <a:schemeClr val="phClr">
                <a:shade val="60000"/>
              </a:schemeClr>
            </a:gs>
          </a:gsLst>
          <a:lin ang="13500000" scaled="0"/>
        </a:gradFill>
        <a:gradFill>
          <a:gsLst>
            <a:gs pos="0">
              <a:schemeClr val="phClr">
                <a:tint val="100000"/>
                <a:shade val="0"/>
              </a:schemeClr>
            </a:gs>
            <a:gs pos="85000">
              <a:schemeClr val="phClr">
                <a:shade val="30000"/>
              </a:schemeClr>
            </a:gs>
            <a:gs pos="100000">
              <a:schemeClr val="phClr">
                <a:shade val="60000"/>
              </a:schemeClr>
            </a:gs>
          </a:gsLst>
          <a:lin ang="18900000" scaled="0"/>
        </a:gradFill>
      </a:bgFillStyleLst>
    </a:fmtScheme>
  </a:themeElements>
  <a:objectDefaults/>
</a:theme>
</file>

<file path=ppt/theme/theme18.xml><?xml version="1.0" encoding="utf-8"?>
<a:theme xmlns:a="http://schemas.openxmlformats.org/drawingml/2006/main" xmlns:r="http://schemas.openxmlformats.org/officeDocument/2006/relationships" xmlns:p="http://schemas.openxmlformats.org/presentationml/2006/main" name="Технический стиль 16 х 9">
  <a:themeElements>
    <a:clrScheme name="Tech_16x9">
      <a:dk1>
        <a:srgbClr val="000000"/>
      </a:dk1>
      <a:lt1>
        <a:srgbClr val="FFFFFF"/>
      </a:lt1>
      <a:dk2>
        <a:srgbClr val="192A52"/>
      </a:dk2>
      <a:lt2>
        <a:srgbClr val="C0C0C0"/>
      </a:lt2>
      <a:accent1>
        <a:srgbClr val="009999"/>
      </a:accent1>
      <a:accent2>
        <a:srgbClr val="E98915"/>
      </a:accent2>
      <a:accent3>
        <a:srgbClr val="A419A7"/>
      </a:accent3>
      <a:accent4>
        <a:srgbClr val="AFC34D"/>
      </a:accent4>
      <a:accent5>
        <a:srgbClr val="E5572B"/>
      </a:accent5>
      <a:accent6>
        <a:srgbClr val="6868C4"/>
      </a:accent6>
      <a:hlink>
        <a:srgbClr val="009999"/>
      </a:hlink>
      <a:folHlink>
        <a:srgbClr val="7F7F7F"/>
      </a:folHlink>
    </a:clrScheme>
    <a:fontScheme name="Calibri">
      <a:majorFont>
        <a:latin typeface="Calibri"/>
        <a:ea typeface="Arial"/>
        <a:cs typeface="Arial"/>
      </a:majorFont>
      <a:minorFont>
        <a:latin typeface="Calibri"/>
        <a:ea typeface="Arial"/>
        <a:cs typeface="Arial"/>
      </a:minorFont>
    </a:fontScheme>
    <a:fmtScheme name="">
      <a:fillStyleLst>
        <a:solidFill>
          <a:schemeClr val="phClr"/>
        </a:solidFill>
        <a:gradFill>
          <a:gsLst>
            <a:gs pos="0">
              <a:schemeClr val="phClr">
                <a:tint val="20000"/>
                <a:lumMod val="98000"/>
              </a:schemeClr>
            </a:gs>
            <a:gs pos="40000">
              <a:schemeClr val="phClr">
                <a:tint val="30000"/>
                <a:lumMod val="84000"/>
              </a:schemeClr>
            </a:gs>
            <a:gs pos="100000">
              <a:schemeClr val="phClr">
                <a:tint val="100000"/>
              </a:schemeClr>
            </a:gs>
          </a:gsLst>
          <a:lin ang="5040000" scaled="1"/>
        </a:gradFill>
        <a:gradFill>
          <a:gsLst>
            <a:gs pos="0">
              <a:schemeClr val="phClr">
                <a:shade val="15000"/>
              </a:schemeClr>
            </a:gs>
            <a:gs pos="50000">
              <a:schemeClr val="phClr">
                <a:shade val="45000"/>
              </a:schemeClr>
            </a:gs>
            <a:gs pos="70000">
              <a:schemeClr val="phClr">
                <a:tint val="99000"/>
                <a:shade val="65000"/>
              </a:schemeClr>
            </a:gs>
            <a:gs pos="100000">
              <a:schemeClr val="phClr">
                <a:tint val="100000"/>
                <a:shade val="100000"/>
              </a:schemeClr>
            </a:gs>
          </a:gsLst>
          <a:lin ang="16200000" scaled="0"/>
        </a:gradFill>
      </a:fillStyleLst>
      <a:lnStyleLst>
        <a:ln w="9525" cap="flat" cmpd="sng" algn="ctr">
          <a:miter lim="800000"/>
        </a:ln>
        <a:ln w="25400" cap="flat" cmpd="sng" algn="ctr">
          <a:miter lim="800000"/>
        </a:ln>
        <a:ln w="38100" cap="flat" cmpd="sng" algn="ctr">
          <a:miter lim="800000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100000"/>
                <a:shade val="0"/>
              </a:schemeClr>
            </a:gs>
            <a:gs pos="85000">
              <a:schemeClr val="phClr">
                <a:tint val="100000"/>
                <a:shade val="30000"/>
              </a:schemeClr>
            </a:gs>
            <a:gs pos="100000">
              <a:schemeClr val="phClr">
                <a:shade val="60000"/>
              </a:schemeClr>
            </a:gs>
          </a:gsLst>
          <a:lin ang="13500000" scaled="0"/>
        </a:gradFill>
        <a:gradFill>
          <a:gsLst>
            <a:gs pos="0">
              <a:schemeClr val="phClr">
                <a:tint val="100000"/>
                <a:shade val="0"/>
              </a:schemeClr>
            </a:gs>
            <a:gs pos="85000">
              <a:schemeClr val="phClr">
                <a:shade val="30000"/>
              </a:schemeClr>
            </a:gs>
            <a:gs pos="100000">
              <a:schemeClr val="phClr">
                <a:shade val="60000"/>
              </a:schemeClr>
            </a:gs>
          </a:gsLst>
          <a:lin ang="18900000" scaled="0"/>
        </a:gradFill>
      </a:bgFillStyleLst>
    </a:fmtScheme>
  </a:themeElements>
  <a:objectDefaults/>
</a:theme>
</file>

<file path=ppt/theme/theme19.xml><?xml version="1.0" encoding="utf-8"?>
<a:theme xmlns:a="http://schemas.openxmlformats.org/drawingml/2006/main" xmlns:r="http://schemas.openxmlformats.org/officeDocument/2006/relationships" xmlns:p="http://schemas.openxmlformats.org/presentationml/2006/main" name="Технический стиль 16 х 9">
  <a:themeElements>
    <a:clrScheme name="Tech_16x9">
      <a:dk1>
        <a:srgbClr val="000000"/>
      </a:dk1>
      <a:lt1>
        <a:srgbClr val="FFFFFF"/>
      </a:lt1>
      <a:dk2>
        <a:srgbClr val="192A52"/>
      </a:dk2>
      <a:lt2>
        <a:srgbClr val="C0C0C0"/>
      </a:lt2>
      <a:accent1>
        <a:srgbClr val="009999"/>
      </a:accent1>
      <a:accent2>
        <a:srgbClr val="E98915"/>
      </a:accent2>
      <a:accent3>
        <a:srgbClr val="A419A7"/>
      </a:accent3>
      <a:accent4>
        <a:srgbClr val="AFC34D"/>
      </a:accent4>
      <a:accent5>
        <a:srgbClr val="E5572B"/>
      </a:accent5>
      <a:accent6>
        <a:srgbClr val="6868C4"/>
      </a:accent6>
      <a:hlink>
        <a:srgbClr val="009999"/>
      </a:hlink>
      <a:folHlink>
        <a:srgbClr val="7F7F7F"/>
      </a:folHlink>
    </a:clrScheme>
    <a:fontScheme name="Calibri">
      <a:majorFont>
        <a:latin typeface="Calibri"/>
        <a:ea typeface="Arial"/>
        <a:cs typeface="Arial"/>
      </a:majorFont>
      <a:minorFont>
        <a:latin typeface="Calibri"/>
        <a:ea typeface="Arial"/>
        <a:cs typeface="Arial"/>
      </a:minorFont>
    </a:fontScheme>
    <a:fmtScheme name="">
      <a:fillStyleLst>
        <a:solidFill>
          <a:schemeClr val="phClr"/>
        </a:solidFill>
        <a:gradFill>
          <a:gsLst>
            <a:gs pos="0">
              <a:schemeClr val="phClr">
                <a:tint val="20000"/>
                <a:lumMod val="98000"/>
              </a:schemeClr>
            </a:gs>
            <a:gs pos="40000">
              <a:schemeClr val="phClr">
                <a:tint val="30000"/>
                <a:lumMod val="84000"/>
              </a:schemeClr>
            </a:gs>
            <a:gs pos="100000">
              <a:schemeClr val="phClr">
                <a:tint val="100000"/>
              </a:schemeClr>
            </a:gs>
          </a:gsLst>
          <a:lin ang="5040000" scaled="1"/>
        </a:gradFill>
        <a:gradFill>
          <a:gsLst>
            <a:gs pos="0">
              <a:schemeClr val="phClr">
                <a:shade val="15000"/>
              </a:schemeClr>
            </a:gs>
            <a:gs pos="50000">
              <a:schemeClr val="phClr">
                <a:shade val="45000"/>
              </a:schemeClr>
            </a:gs>
            <a:gs pos="70000">
              <a:schemeClr val="phClr">
                <a:tint val="99000"/>
                <a:shade val="65000"/>
              </a:schemeClr>
            </a:gs>
            <a:gs pos="100000">
              <a:schemeClr val="phClr">
                <a:tint val="100000"/>
                <a:shade val="100000"/>
              </a:schemeClr>
            </a:gs>
          </a:gsLst>
          <a:lin ang="16200000" scaled="0"/>
        </a:gradFill>
      </a:fillStyleLst>
      <a:lnStyleLst>
        <a:ln w="9525" cap="flat" cmpd="sng" algn="ctr">
          <a:miter lim="800000"/>
        </a:ln>
        <a:ln w="25400" cap="flat" cmpd="sng" algn="ctr">
          <a:miter lim="800000"/>
        </a:ln>
        <a:ln w="38100" cap="flat" cmpd="sng" algn="ctr">
          <a:miter lim="800000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100000"/>
                <a:shade val="0"/>
              </a:schemeClr>
            </a:gs>
            <a:gs pos="85000">
              <a:schemeClr val="phClr">
                <a:tint val="100000"/>
                <a:shade val="30000"/>
              </a:schemeClr>
            </a:gs>
            <a:gs pos="100000">
              <a:schemeClr val="phClr">
                <a:shade val="60000"/>
              </a:schemeClr>
            </a:gs>
          </a:gsLst>
          <a:lin ang="13500000" scaled="0"/>
        </a:gradFill>
        <a:gradFill>
          <a:gsLst>
            <a:gs pos="0">
              <a:schemeClr val="phClr">
                <a:tint val="100000"/>
                <a:shade val="0"/>
              </a:schemeClr>
            </a:gs>
            <a:gs pos="85000">
              <a:schemeClr val="phClr">
                <a:shade val="30000"/>
              </a:schemeClr>
            </a:gs>
            <a:gs pos="100000">
              <a:schemeClr val="phClr">
                <a:shade val="60000"/>
              </a:schemeClr>
            </a:gs>
          </a:gsLst>
          <a:lin ang="18900000" scaled="0"/>
        </a:gradFill>
      </a:bgFillStyleLst>
    </a:fmtScheme>
  </a:themeElements>
  <a:objectDefaults/>
</a:theme>
</file>

<file path=ppt/theme/theme20.xml><?xml version="1.0" encoding="utf-8"?>
<a:theme xmlns:a="http://schemas.openxmlformats.org/drawingml/2006/main" xmlns:r="http://schemas.openxmlformats.org/officeDocument/2006/relationships" xmlns:p="http://schemas.openxmlformats.org/presentationml/2006/main" name="Технический стиль 16 х 9">
  <a:themeElements>
    <a:clrScheme name="Tech_16x9">
      <a:dk1>
        <a:srgbClr val="000000"/>
      </a:dk1>
      <a:lt1>
        <a:srgbClr val="FFFFFF"/>
      </a:lt1>
      <a:dk2>
        <a:srgbClr val="192A52"/>
      </a:dk2>
      <a:lt2>
        <a:srgbClr val="C0C0C0"/>
      </a:lt2>
      <a:accent1>
        <a:srgbClr val="009999"/>
      </a:accent1>
      <a:accent2>
        <a:srgbClr val="E98915"/>
      </a:accent2>
      <a:accent3>
        <a:srgbClr val="A419A7"/>
      </a:accent3>
      <a:accent4>
        <a:srgbClr val="AFC34D"/>
      </a:accent4>
      <a:accent5>
        <a:srgbClr val="E5572B"/>
      </a:accent5>
      <a:accent6>
        <a:srgbClr val="6868C4"/>
      </a:accent6>
      <a:hlink>
        <a:srgbClr val="009999"/>
      </a:hlink>
      <a:folHlink>
        <a:srgbClr val="7F7F7F"/>
      </a:folHlink>
    </a:clrScheme>
    <a:fontScheme name="Calibri">
      <a:majorFont>
        <a:latin typeface="Calibri"/>
        <a:ea typeface="Arial"/>
        <a:cs typeface="Arial"/>
      </a:majorFont>
      <a:minorFont>
        <a:latin typeface="Calibri"/>
        <a:ea typeface="Arial"/>
        <a:cs typeface="Arial"/>
      </a:minorFont>
    </a:fontScheme>
    <a:fmtScheme name="">
      <a:fillStyleLst>
        <a:solidFill>
          <a:schemeClr val="phClr"/>
        </a:solidFill>
        <a:gradFill>
          <a:gsLst>
            <a:gs pos="0">
              <a:schemeClr val="phClr">
                <a:tint val="20000"/>
                <a:lumMod val="98000"/>
              </a:schemeClr>
            </a:gs>
            <a:gs pos="40000">
              <a:schemeClr val="phClr">
                <a:tint val="30000"/>
                <a:lumMod val="84000"/>
              </a:schemeClr>
            </a:gs>
            <a:gs pos="100000">
              <a:schemeClr val="phClr">
                <a:tint val="100000"/>
              </a:schemeClr>
            </a:gs>
          </a:gsLst>
          <a:lin ang="5040000" scaled="1"/>
        </a:gradFill>
        <a:gradFill>
          <a:gsLst>
            <a:gs pos="0">
              <a:schemeClr val="phClr">
                <a:shade val="15000"/>
              </a:schemeClr>
            </a:gs>
            <a:gs pos="50000">
              <a:schemeClr val="phClr">
                <a:shade val="45000"/>
              </a:schemeClr>
            </a:gs>
            <a:gs pos="70000">
              <a:schemeClr val="phClr">
                <a:tint val="99000"/>
                <a:shade val="65000"/>
              </a:schemeClr>
            </a:gs>
            <a:gs pos="100000">
              <a:schemeClr val="phClr">
                <a:tint val="100000"/>
                <a:shade val="100000"/>
              </a:schemeClr>
            </a:gs>
          </a:gsLst>
          <a:lin ang="16200000" scaled="0"/>
        </a:gradFill>
      </a:fillStyleLst>
      <a:lnStyleLst>
        <a:ln w="9525" cap="flat" cmpd="sng" algn="ctr">
          <a:miter lim="800000"/>
        </a:ln>
        <a:ln w="25400" cap="flat" cmpd="sng" algn="ctr">
          <a:miter lim="800000"/>
        </a:ln>
        <a:ln w="38100" cap="flat" cmpd="sng" algn="ctr">
          <a:miter lim="800000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100000"/>
                <a:shade val="0"/>
              </a:schemeClr>
            </a:gs>
            <a:gs pos="85000">
              <a:schemeClr val="phClr">
                <a:tint val="100000"/>
                <a:shade val="30000"/>
              </a:schemeClr>
            </a:gs>
            <a:gs pos="100000">
              <a:schemeClr val="phClr">
                <a:shade val="60000"/>
              </a:schemeClr>
            </a:gs>
          </a:gsLst>
          <a:lin ang="13500000" scaled="0"/>
        </a:gradFill>
        <a:gradFill>
          <a:gsLst>
            <a:gs pos="0">
              <a:schemeClr val="phClr">
                <a:tint val="100000"/>
                <a:shade val="0"/>
              </a:schemeClr>
            </a:gs>
            <a:gs pos="85000">
              <a:schemeClr val="phClr">
                <a:shade val="30000"/>
              </a:schemeClr>
            </a:gs>
            <a:gs pos="100000">
              <a:schemeClr val="phClr">
                <a:shade val="60000"/>
              </a:schemeClr>
            </a:gs>
          </a:gsLst>
          <a:lin ang="18900000" scaled="0"/>
        </a:gradFill>
      </a:bgFillStyleLst>
    </a:fmtScheme>
  </a:themeElements>
  <a:objectDefaults/>
</a:theme>
</file>

<file path=ppt/theme/theme21.xml><?xml version="1.0" encoding="utf-8"?>
<a:theme xmlns:a="http://schemas.openxmlformats.org/drawingml/2006/main" xmlns:r="http://schemas.openxmlformats.org/officeDocument/2006/relationships" xmlns:p="http://schemas.openxmlformats.org/presentationml/2006/main" name="Технический стиль 16 х 9">
  <a:themeElements>
    <a:clrScheme name="Tech_16x9">
      <a:dk1>
        <a:srgbClr val="000000"/>
      </a:dk1>
      <a:lt1>
        <a:srgbClr val="FFFFFF"/>
      </a:lt1>
      <a:dk2>
        <a:srgbClr val="192A52"/>
      </a:dk2>
      <a:lt2>
        <a:srgbClr val="C0C0C0"/>
      </a:lt2>
      <a:accent1>
        <a:srgbClr val="009999"/>
      </a:accent1>
      <a:accent2>
        <a:srgbClr val="E98915"/>
      </a:accent2>
      <a:accent3>
        <a:srgbClr val="A419A7"/>
      </a:accent3>
      <a:accent4>
        <a:srgbClr val="AFC34D"/>
      </a:accent4>
      <a:accent5>
        <a:srgbClr val="E5572B"/>
      </a:accent5>
      <a:accent6>
        <a:srgbClr val="6868C4"/>
      </a:accent6>
      <a:hlink>
        <a:srgbClr val="009999"/>
      </a:hlink>
      <a:folHlink>
        <a:srgbClr val="7F7F7F"/>
      </a:folHlink>
    </a:clrScheme>
    <a:fontScheme name="Calibri">
      <a:majorFont>
        <a:latin typeface="Calibri"/>
        <a:ea typeface="Arial"/>
        <a:cs typeface="Arial"/>
      </a:majorFont>
      <a:minorFont>
        <a:latin typeface="Calibri"/>
        <a:ea typeface="Arial"/>
        <a:cs typeface="Arial"/>
      </a:minorFont>
    </a:fontScheme>
    <a:fmtScheme name="">
      <a:fillStyleLst>
        <a:solidFill>
          <a:schemeClr val="phClr"/>
        </a:solidFill>
        <a:gradFill>
          <a:gsLst>
            <a:gs pos="0">
              <a:schemeClr val="phClr">
                <a:tint val="20000"/>
                <a:lumMod val="98000"/>
              </a:schemeClr>
            </a:gs>
            <a:gs pos="40000">
              <a:schemeClr val="phClr">
                <a:tint val="30000"/>
                <a:lumMod val="84000"/>
              </a:schemeClr>
            </a:gs>
            <a:gs pos="100000">
              <a:schemeClr val="phClr">
                <a:tint val="100000"/>
              </a:schemeClr>
            </a:gs>
          </a:gsLst>
          <a:lin ang="5040000" scaled="1"/>
        </a:gradFill>
        <a:gradFill>
          <a:gsLst>
            <a:gs pos="0">
              <a:schemeClr val="phClr">
                <a:shade val="15000"/>
              </a:schemeClr>
            </a:gs>
            <a:gs pos="50000">
              <a:schemeClr val="phClr">
                <a:shade val="45000"/>
              </a:schemeClr>
            </a:gs>
            <a:gs pos="70000">
              <a:schemeClr val="phClr">
                <a:tint val="99000"/>
                <a:shade val="65000"/>
              </a:schemeClr>
            </a:gs>
            <a:gs pos="100000">
              <a:schemeClr val="phClr">
                <a:tint val="100000"/>
                <a:shade val="100000"/>
              </a:schemeClr>
            </a:gs>
          </a:gsLst>
          <a:lin ang="16200000" scaled="0"/>
        </a:gradFill>
      </a:fillStyleLst>
      <a:lnStyleLst>
        <a:ln w="9525" cap="flat" cmpd="sng" algn="ctr">
          <a:miter lim="800000"/>
        </a:ln>
        <a:ln w="25400" cap="flat" cmpd="sng" algn="ctr">
          <a:miter lim="800000"/>
        </a:ln>
        <a:ln w="38100" cap="flat" cmpd="sng" algn="ctr">
          <a:miter lim="800000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100000"/>
                <a:shade val="0"/>
              </a:schemeClr>
            </a:gs>
            <a:gs pos="85000">
              <a:schemeClr val="phClr">
                <a:tint val="100000"/>
                <a:shade val="30000"/>
              </a:schemeClr>
            </a:gs>
            <a:gs pos="100000">
              <a:schemeClr val="phClr">
                <a:shade val="60000"/>
              </a:schemeClr>
            </a:gs>
          </a:gsLst>
          <a:lin ang="13500000" scaled="0"/>
        </a:gradFill>
        <a:gradFill>
          <a:gsLst>
            <a:gs pos="0">
              <a:schemeClr val="phClr">
                <a:tint val="100000"/>
                <a:shade val="0"/>
              </a:schemeClr>
            </a:gs>
            <a:gs pos="85000">
              <a:schemeClr val="phClr">
                <a:shade val="30000"/>
              </a:schemeClr>
            </a:gs>
            <a:gs pos="100000">
              <a:schemeClr val="phClr">
                <a:shade val="60000"/>
              </a:schemeClr>
            </a:gs>
          </a:gsLst>
          <a:lin ang="18900000" scaled="0"/>
        </a:gradFill>
      </a:bgFillStyleLst>
    </a:fmtScheme>
  </a:themeElements>
  <a:objectDefaults/>
</a:theme>
</file>

<file path=ppt/theme/theme22.xml><?xml version="1.0" encoding="utf-8"?>
<a:theme xmlns:a="http://schemas.openxmlformats.org/drawingml/2006/main" xmlns:r="http://schemas.openxmlformats.org/officeDocument/2006/relationships" xmlns:p="http://schemas.openxmlformats.org/presentationml/2006/main" name="Технический стиль 16 х 9">
  <a:themeElements>
    <a:clrScheme name="Tech_16x9">
      <a:dk1>
        <a:srgbClr val="000000"/>
      </a:dk1>
      <a:lt1>
        <a:srgbClr val="FFFFFF"/>
      </a:lt1>
      <a:dk2>
        <a:srgbClr val="192A52"/>
      </a:dk2>
      <a:lt2>
        <a:srgbClr val="C0C0C0"/>
      </a:lt2>
      <a:accent1>
        <a:srgbClr val="009999"/>
      </a:accent1>
      <a:accent2>
        <a:srgbClr val="E98915"/>
      </a:accent2>
      <a:accent3>
        <a:srgbClr val="A419A7"/>
      </a:accent3>
      <a:accent4>
        <a:srgbClr val="AFC34D"/>
      </a:accent4>
      <a:accent5>
        <a:srgbClr val="E5572B"/>
      </a:accent5>
      <a:accent6>
        <a:srgbClr val="6868C4"/>
      </a:accent6>
      <a:hlink>
        <a:srgbClr val="009999"/>
      </a:hlink>
      <a:folHlink>
        <a:srgbClr val="7F7F7F"/>
      </a:folHlink>
    </a:clrScheme>
    <a:fontScheme name="Calibri">
      <a:majorFont>
        <a:latin typeface="Calibri"/>
        <a:ea typeface="Arial"/>
        <a:cs typeface="Arial"/>
      </a:majorFont>
      <a:minorFont>
        <a:latin typeface="Calibri"/>
        <a:ea typeface="Arial"/>
        <a:cs typeface="Arial"/>
      </a:minorFont>
    </a:fontScheme>
    <a:fmtScheme name="">
      <a:fillStyleLst>
        <a:solidFill>
          <a:schemeClr val="phClr"/>
        </a:solidFill>
        <a:gradFill>
          <a:gsLst>
            <a:gs pos="0">
              <a:schemeClr val="phClr">
                <a:tint val="20000"/>
                <a:lumMod val="98000"/>
              </a:schemeClr>
            </a:gs>
            <a:gs pos="40000">
              <a:schemeClr val="phClr">
                <a:tint val="30000"/>
                <a:lumMod val="84000"/>
              </a:schemeClr>
            </a:gs>
            <a:gs pos="100000">
              <a:schemeClr val="phClr">
                <a:tint val="100000"/>
              </a:schemeClr>
            </a:gs>
          </a:gsLst>
          <a:lin ang="5040000" scaled="1"/>
        </a:gradFill>
        <a:gradFill>
          <a:gsLst>
            <a:gs pos="0">
              <a:schemeClr val="phClr">
                <a:shade val="15000"/>
              </a:schemeClr>
            </a:gs>
            <a:gs pos="50000">
              <a:schemeClr val="phClr">
                <a:shade val="45000"/>
              </a:schemeClr>
            </a:gs>
            <a:gs pos="70000">
              <a:schemeClr val="phClr">
                <a:tint val="99000"/>
                <a:shade val="65000"/>
              </a:schemeClr>
            </a:gs>
            <a:gs pos="100000">
              <a:schemeClr val="phClr">
                <a:tint val="100000"/>
                <a:shade val="100000"/>
              </a:schemeClr>
            </a:gs>
          </a:gsLst>
          <a:lin ang="16200000" scaled="0"/>
        </a:gradFill>
      </a:fillStyleLst>
      <a:lnStyleLst>
        <a:ln w="9525" cap="flat" cmpd="sng" algn="ctr">
          <a:miter lim="800000"/>
        </a:ln>
        <a:ln w="25400" cap="flat" cmpd="sng" algn="ctr">
          <a:miter lim="800000"/>
        </a:ln>
        <a:ln w="38100" cap="flat" cmpd="sng" algn="ctr">
          <a:miter lim="800000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100000"/>
                <a:shade val="0"/>
              </a:schemeClr>
            </a:gs>
            <a:gs pos="85000">
              <a:schemeClr val="phClr">
                <a:tint val="100000"/>
                <a:shade val="30000"/>
              </a:schemeClr>
            </a:gs>
            <a:gs pos="100000">
              <a:schemeClr val="phClr">
                <a:shade val="60000"/>
              </a:schemeClr>
            </a:gs>
          </a:gsLst>
          <a:lin ang="13500000" scaled="0"/>
        </a:gradFill>
        <a:gradFill>
          <a:gsLst>
            <a:gs pos="0">
              <a:schemeClr val="phClr">
                <a:tint val="100000"/>
                <a:shade val="0"/>
              </a:schemeClr>
            </a:gs>
            <a:gs pos="85000">
              <a:schemeClr val="phClr">
                <a:shade val="30000"/>
              </a:schemeClr>
            </a:gs>
            <a:gs pos="100000">
              <a:schemeClr val="phClr">
                <a:shade val="60000"/>
              </a:schemeClr>
            </a:gs>
          </a:gsLst>
          <a:lin ang="18900000" scaled="0"/>
        </a:gradFill>
      </a:bgFillStyleLst>
    </a:fmtScheme>
  </a:themeElements>
  <a:objectDefaults/>
</a:theme>
</file>

<file path=ppt/theme/theme23.xml><?xml version="1.0" encoding="utf-8"?>
<a:theme xmlns:a="http://schemas.openxmlformats.org/drawingml/2006/main" xmlns:r="http://schemas.openxmlformats.org/officeDocument/2006/relationships" xmlns:p="http://schemas.openxmlformats.org/presentationml/2006/main" name="Технический стиль 16 х 9">
  <a:themeElements>
    <a:clrScheme name="Tech_16x9">
      <a:dk1>
        <a:srgbClr val="000000"/>
      </a:dk1>
      <a:lt1>
        <a:srgbClr val="FFFFFF"/>
      </a:lt1>
      <a:dk2>
        <a:srgbClr val="192A52"/>
      </a:dk2>
      <a:lt2>
        <a:srgbClr val="C0C0C0"/>
      </a:lt2>
      <a:accent1>
        <a:srgbClr val="009999"/>
      </a:accent1>
      <a:accent2>
        <a:srgbClr val="E98915"/>
      </a:accent2>
      <a:accent3>
        <a:srgbClr val="A419A7"/>
      </a:accent3>
      <a:accent4>
        <a:srgbClr val="AFC34D"/>
      </a:accent4>
      <a:accent5>
        <a:srgbClr val="E5572B"/>
      </a:accent5>
      <a:accent6>
        <a:srgbClr val="6868C4"/>
      </a:accent6>
      <a:hlink>
        <a:srgbClr val="009999"/>
      </a:hlink>
      <a:folHlink>
        <a:srgbClr val="7F7F7F"/>
      </a:folHlink>
    </a:clrScheme>
    <a:fontScheme name="Calibri">
      <a:majorFont>
        <a:latin typeface="Calibri"/>
        <a:ea typeface="Arial"/>
        <a:cs typeface="Arial"/>
      </a:majorFont>
      <a:minorFont>
        <a:latin typeface="Calibri"/>
        <a:ea typeface="Arial"/>
        <a:cs typeface="Arial"/>
      </a:minorFont>
    </a:fontScheme>
    <a:fmtScheme name="">
      <a:fillStyleLst>
        <a:solidFill>
          <a:schemeClr val="phClr"/>
        </a:solidFill>
        <a:gradFill>
          <a:gsLst>
            <a:gs pos="0">
              <a:schemeClr val="phClr">
                <a:tint val="20000"/>
                <a:lumMod val="98000"/>
              </a:schemeClr>
            </a:gs>
            <a:gs pos="40000">
              <a:schemeClr val="phClr">
                <a:tint val="30000"/>
                <a:lumMod val="84000"/>
              </a:schemeClr>
            </a:gs>
            <a:gs pos="100000">
              <a:schemeClr val="phClr">
                <a:tint val="100000"/>
              </a:schemeClr>
            </a:gs>
          </a:gsLst>
          <a:lin ang="5040000" scaled="1"/>
        </a:gradFill>
        <a:gradFill>
          <a:gsLst>
            <a:gs pos="0">
              <a:schemeClr val="phClr">
                <a:shade val="15000"/>
              </a:schemeClr>
            </a:gs>
            <a:gs pos="50000">
              <a:schemeClr val="phClr">
                <a:shade val="45000"/>
              </a:schemeClr>
            </a:gs>
            <a:gs pos="70000">
              <a:schemeClr val="phClr">
                <a:tint val="99000"/>
                <a:shade val="65000"/>
              </a:schemeClr>
            </a:gs>
            <a:gs pos="100000">
              <a:schemeClr val="phClr">
                <a:tint val="100000"/>
                <a:shade val="100000"/>
              </a:schemeClr>
            </a:gs>
          </a:gsLst>
          <a:lin ang="16200000" scaled="0"/>
        </a:gradFill>
      </a:fillStyleLst>
      <a:lnStyleLst>
        <a:ln w="9525" cap="flat" cmpd="sng" algn="ctr">
          <a:miter lim="800000"/>
        </a:ln>
        <a:ln w="25400" cap="flat" cmpd="sng" algn="ctr">
          <a:miter lim="800000"/>
        </a:ln>
        <a:ln w="38100" cap="flat" cmpd="sng" algn="ctr">
          <a:miter lim="800000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100000"/>
                <a:shade val="0"/>
              </a:schemeClr>
            </a:gs>
            <a:gs pos="85000">
              <a:schemeClr val="phClr">
                <a:tint val="100000"/>
                <a:shade val="30000"/>
              </a:schemeClr>
            </a:gs>
            <a:gs pos="100000">
              <a:schemeClr val="phClr">
                <a:shade val="60000"/>
              </a:schemeClr>
            </a:gs>
          </a:gsLst>
          <a:lin ang="13500000" scaled="0"/>
        </a:gradFill>
        <a:gradFill>
          <a:gsLst>
            <a:gs pos="0">
              <a:schemeClr val="phClr">
                <a:tint val="100000"/>
                <a:shade val="0"/>
              </a:schemeClr>
            </a:gs>
            <a:gs pos="85000">
              <a:schemeClr val="phClr">
                <a:shade val="30000"/>
              </a:schemeClr>
            </a:gs>
            <a:gs pos="100000">
              <a:schemeClr val="phClr">
                <a:shade val="60000"/>
              </a:schemeClr>
            </a:gs>
          </a:gsLst>
          <a:lin ang="18900000" scaled="0"/>
        </a:gradFill>
      </a:bgFillStyleLst>
    </a:fmtScheme>
  </a:themeElements>
  <a:objectDefaults/>
</a:theme>
</file>

<file path=ppt/theme/theme24.xml><?xml version="1.0" encoding="utf-8"?>
<a:theme xmlns:a="http://schemas.openxmlformats.org/drawingml/2006/main" xmlns:r="http://schemas.openxmlformats.org/officeDocument/2006/relationships" xmlns:p="http://schemas.openxmlformats.org/presentationml/2006/main" name="Технический стиль 16 х 9">
  <a:themeElements>
    <a:clrScheme name="Tech_16x9">
      <a:dk1>
        <a:srgbClr val="000000"/>
      </a:dk1>
      <a:lt1>
        <a:srgbClr val="FFFFFF"/>
      </a:lt1>
      <a:dk2>
        <a:srgbClr val="192A52"/>
      </a:dk2>
      <a:lt2>
        <a:srgbClr val="C0C0C0"/>
      </a:lt2>
      <a:accent1>
        <a:srgbClr val="009999"/>
      </a:accent1>
      <a:accent2>
        <a:srgbClr val="E98915"/>
      </a:accent2>
      <a:accent3>
        <a:srgbClr val="A419A7"/>
      </a:accent3>
      <a:accent4>
        <a:srgbClr val="AFC34D"/>
      </a:accent4>
      <a:accent5>
        <a:srgbClr val="E5572B"/>
      </a:accent5>
      <a:accent6>
        <a:srgbClr val="6868C4"/>
      </a:accent6>
      <a:hlink>
        <a:srgbClr val="009999"/>
      </a:hlink>
      <a:folHlink>
        <a:srgbClr val="7F7F7F"/>
      </a:folHlink>
    </a:clrScheme>
    <a:fontScheme name="Calibri">
      <a:majorFont>
        <a:latin typeface="Calibri"/>
        <a:ea typeface="Arial"/>
        <a:cs typeface="Arial"/>
      </a:majorFont>
      <a:minorFont>
        <a:latin typeface="Calibri"/>
        <a:ea typeface="Arial"/>
        <a:cs typeface="Arial"/>
      </a:minorFont>
    </a:fontScheme>
    <a:fmtScheme name="">
      <a:fillStyleLst>
        <a:solidFill>
          <a:schemeClr val="phClr"/>
        </a:solidFill>
        <a:gradFill>
          <a:gsLst>
            <a:gs pos="0">
              <a:schemeClr val="phClr">
                <a:tint val="20000"/>
                <a:lumMod val="98000"/>
              </a:schemeClr>
            </a:gs>
            <a:gs pos="40000">
              <a:schemeClr val="phClr">
                <a:tint val="30000"/>
                <a:lumMod val="84000"/>
              </a:schemeClr>
            </a:gs>
            <a:gs pos="100000">
              <a:schemeClr val="phClr">
                <a:tint val="100000"/>
              </a:schemeClr>
            </a:gs>
          </a:gsLst>
          <a:lin ang="5040000" scaled="1"/>
        </a:gradFill>
        <a:gradFill>
          <a:gsLst>
            <a:gs pos="0">
              <a:schemeClr val="phClr">
                <a:shade val="15000"/>
              </a:schemeClr>
            </a:gs>
            <a:gs pos="50000">
              <a:schemeClr val="phClr">
                <a:shade val="45000"/>
              </a:schemeClr>
            </a:gs>
            <a:gs pos="70000">
              <a:schemeClr val="phClr">
                <a:tint val="99000"/>
                <a:shade val="65000"/>
              </a:schemeClr>
            </a:gs>
            <a:gs pos="100000">
              <a:schemeClr val="phClr">
                <a:tint val="100000"/>
                <a:shade val="100000"/>
              </a:schemeClr>
            </a:gs>
          </a:gsLst>
          <a:lin ang="16200000" scaled="0"/>
        </a:gradFill>
      </a:fillStyleLst>
      <a:lnStyleLst>
        <a:ln w="9525" cap="flat" cmpd="sng" algn="ctr">
          <a:miter lim="800000"/>
        </a:ln>
        <a:ln w="25400" cap="flat" cmpd="sng" algn="ctr">
          <a:miter lim="800000"/>
        </a:ln>
        <a:ln w="38100" cap="flat" cmpd="sng" algn="ctr">
          <a:miter lim="800000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100000"/>
                <a:shade val="0"/>
              </a:schemeClr>
            </a:gs>
            <a:gs pos="85000">
              <a:schemeClr val="phClr">
                <a:tint val="100000"/>
                <a:shade val="30000"/>
              </a:schemeClr>
            </a:gs>
            <a:gs pos="100000">
              <a:schemeClr val="phClr">
                <a:shade val="60000"/>
              </a:schemeClr>
            </a:gs>
          </a:gsLst>
          <a:lin ang="13500000" scaled="0"/>
        </a:gradFill>
        <a:gradFill>
          <a:gsLst>
            <a:gs pos="0">
              <a:schemeClr val="phClr">
                <a:tint val="100000"/>
                <a:shade val="0"/>
              </a:schemeClr>
            </a:gs>
            <a:gs pos="85000">
              <a:schemeClr val="phClr">
                <a:shade val="30000"/>
              </a:schemeClr>
            </a:gs>
            <a:gs pos="100000">
              <a:schemeClr val="phClr">
                <a:shade val="60000"/>
              </a:schemeClr>
            </a:gs>
          </a:gsLst>
          <a:lin ang="18900000" scaled="0"/>
        </a:gradFill>
      </a:bgFillStyleLst>
    </a:fmtScheme>
  </a:themeElements>
  <a:objectDefaults/>
</a:theme>
</file>

<file path=ppt/theme/theme25.xml><?xml version="1.0" encoding="utf-8"?>
<a:theme xmlns:a="http://schemas.openxmlformats.org/drawingml/2006/main" xmlns:r="http://schemas.openxmlformats.org/officeDocument/2006/relationships" xmlns:p="http://schemas.openxmlformats.org/presentationml/2006/main" name="Технический стиль 16 х 9">
  <a:themeElements>
    <a:clrScheme name="Tech_16x9">
      <a:dk1>
        <a:srgbClr val="000000"/>
      </a:dk1>
      <a:lt1>
        <a:srgbClr val="FFFFFF"/>
      </a:lt1>
      <a:dk2>
        <a:srgbClr val="192A52"/>
      </a:dk2>
      <a:lt2>
        <a:srgbClr val="C0C0C0"/>
      </a:lt2>
      <a:accent1>
        <a:srgbClr val="009999"/>
      </a:accent1>
      <a:accent2>
        <a:srgbClr val="E98915"/>
      </a:accent2>
      <a:accent3>
        <a:srgbClr val="A419A7"/>
      </a:accent3>
      <a:accent4>
        <a:srgbClr val="AFC34D"/>
      </a:accent4>
      <a:accent5>
        <a:srgbClr val="E5572B"/>
      </a:accent5>
      <a:accent6>
        <a:srgbClr val="6868C4"/>
      </a:accent6>
      <a:hlink>
        <a:srgbClr val="009999"/>
      </a:hlink>
      <a:folHlink>
        <a:srgbClr val="7F7F7F"/>
      </a:folHlink>
    </a:clrScheme>
    <a:fontScheme name="Calibri">
      <a:majorFont>
        <a:latin typeface="Calibri"/>
        <a:ea typeface="Arial"/>
        <a:cs typeface="Arial"/>
      </a:majorFont>
      <a:minorFont>
        <a:latin typeface="Calibri"/>
        <a:ea typeface="Arial"/>
        <a:cs typeface="Arial"/>
      </a:minorFont>
    </a:fontScheme>
    <a:fmtScheme name="">
      <a:fillStyleLst>
        <a:solidFill>
          <a:schemeClr val="phClr"/>
        </a:solidFill>
        <a:gradFill>
          <a:gsLst>
            <a:gs pos="0">
              <a:schemeClr val="phClr">
                <a:tint val="20000"/>
                <a:lumMod val="98000"/>
              </a:schemeClr>
            </a:gs>
            <a:gs pos="40000">
              <a:schemeClr val="phClr">
                <a:tint val="30000"/>
                <a:lumMod val="84000"/>
              </a:schemeClr>
            </a:gs>
            <a:gs pos="100000">
              <a:schemeClr val="phClr">
                <a:tint val="100000"/>
              </a:schemeClr>
            </a:gs>
          </a:gsLst>
          <a:lin ang="5040000" scaled="1"/>
        </a:gradFill>
        <a:gradFill>
          <a:gsLst>
            <a:gs pos="0">
              <a:schemeClr val="phClr">
                <a:shade val="15000"/>
              </a:schemeClr>
            </a:gs>
            <a:gs pos="50000">
              <a:schemeClr val="phClr">
                <a:shade val="45000"/>
              </a:schemeClr>
            </a:gs>
            <a:gs pos="70000">
              <a:schemeClr val="phClr">
                <a:tint val="99000"/>
                <a:shade val="65000"/>
              </a:schemeClr>
            </a:gs>
            <a:gs pos="100000">
              <a:schemeClr val="phClr">
                <a:tint val="100000"/>
                <a:shade val="100000"/>
              </a:schemeClr>
            </a:gs>
          </a:gsLst>
          <a:lin ang="16200000" scaled="0"/>
        </a:gradFill>
      </a:fillStyleLst>
      <a:lnStyleLst>
        <a:ln w="9525" cap="flat" cmpd="sng" algn="ctr">
          <a:miter lim="800000"/>
        </a:ln>
        <a:ln w="25400" cap="flat" cmpd="sng" algn="ctr">
          <a:miter lim="800000"/>
        </a:ln>
        <a:ln w="38100" cap="flat" cmpd="sng" algn="ctr">
          <a:miter lim="800000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100000"/>
                <a:shade val="0"/>
              </a:schemeClr>
            </a:gs>
            <a:gs pos="85000">
              <a:schemeClr val="phClr">
                <a:tint val="100000"/>
                <a:shade val="30000"/>
              </a:schemeClr>
            </a:gs>
            <a:gs pos="100000">
              <a:schemeClr val="phClr">
                <a:shade val="60000"/>
              </a:schemeClr>
            </a:gs>
          </a:gsLst>
          <a:lin ang="13500000" scaled="0"/>
        </a:gradFill>
        <a:gradFill>
          <a:gsLst>
            <a:gs pos="0">
              <a:schemeClr val="phClr">
                <a:tint val="100000"/>
                <a:shade val="0"/>
              </a:schemeClr>
            </a:gs>
            <a:gs pos="85000">
              <a:schemeClr val="phClr">
                <a:shade val="30000"/>
              </a:schemeClr>
            </a:gs>
            <a:gs pos="100000">
              <a:schemeClr val="phClr">
                <a:shade val="60000"/>
              </a:schemeClr>
            </a:gs>
          </a:gsLst>
          <a:lin ang="18900000" scaled="0"/>
        </a:gradFill>
      </a:bgFillStyleLst>
    </a:fmtScheme>
  </a:themeElements>
  <a:objectDefaults/>
</a:theme>
</file>

<file path=ppt/theme/theme26.xml><?xml version="1.0" encoding="utf-8"?>
<a:theme xmlns:a="http://schemas.openxmlformats.org/drawingml/2006/main" xmlns:r="http://schemas.openxmlformats.org/officeDocument/2006/relationships" xmlns:p="http://schemas.openxmlformats.org/presentationml/2006/main" name="Технический стиль 16 х 9">
  <a:themeElements>
    <a:clrScheme name="Tech_16x9">
      <a:dk1>
        <a:srgbClr val="000000"/>
      </a:dk1>
      <a:lt1>
        <a:srgbClr val="FFFFFF"/>
      </a:lt1>
      <a:dk2>
        <a:srgbClr val="192A52"/>
      </a:dk2>
      <a:lt2>
        <a:srgbClr val="C0C0C0"/>
      </a:lt2>
      <a:accent1>
        <a:srgbClr val="009999"/>
      </a:accent1>
      <a:accent2>
        <a:srgbClr val="E98915"/>
      </a:accent2>
      <a:accent3>
        <a:srgbClr val="A419A7"/>
      </a:accent3>
      <a:accent4>
        <a:srgbClr val="AFC34D"/>
      </a:accent4>
      <a:accent5>
        <a:srgbClr val="E5572B"/>
      </a:accent5>
      <a:accent6>
        <a:srgbClr val="6868C4"/>
      </a:accent6>
      <a:hlink>
        <a:srgbClr val="009999"/>
      </a:hlink>
      <a:folHlink>
        <a:srgbClr val="7F7F7F"/>
      </a:folHlink>
    </a:clrScheme>
    <a:fontScheme name="Calibri">
      <a:majorFont>
        <a:latin typeface="Calibri"/>
        <a:ea typeface="Arial"/>
        <a:cs typeface="Arial"/>
      </a:majorFont>
      <a:minorFont>
        <a:latin typeface="Calibri"/>
        <a:ea typeface="Arial"/>
        <a:cs typeface="Arial"/>
      </a:minorFont>
    </a:fontScheme>
    <a:fmtScheme name="">
      <a:fillStyleLst>
        <a:solidFill>
          <a:schemeClr val="phClr"/>
        </a:solidFill>
        <a:gradFill>
          <a:gsLst>
            <a:gs pos="0">
              <a:schemeClr val="phClr">
                <a:tint val="20000"/>
                <a:lumMod val="98000"/>
              </a:schemeClr>
            </a:gs>
            <a:gs pos="40000">
              <a:schemeClr val="phClr">
                <a:tint val="30000"/>
                <a:lumMod val="84000"/>
              </a:schemeClr>
            </a:gs>
            <a:gs pos="100000">
              <a:schemeClr val="phClr">
                <a:tint val="100000"/>
              </a:schemeClr>
            </a:gs>
          </a:gsLst>
          <a:lin ang="5040000" scaled="1"/>
        </a:gradFill>
        <a:gradFill>
          <a:gsLst>
            <a:gs pos="0">
              <a:schemeClr val="phClr">
                <a:shade val="15000"/>
              </a:schemeClr>
            </a:gs>
            <a:gs pos="50000">
              <a:schemeClr val="phClr">
                <a:shade val="45000"/>
              </a:schemeClr>
            </a:gs>
            <a:gs pos="70000">
              <a:schemeClr val="phClr">
                <a:tint val="99000"/>
                <a:shade val="65000"/>
              </a:schemeClr>
            </a:gs>
            <a:gs pos="100000">
              <a:schemeClr val="phClr">
                <a:tint val="100000"/>
                <a:shade val="100000"/>
              </a:schemeClr>
            </a:gs>
          </a:gsLst>
          <a:lin ang="16200000" scaled="0"/>
        </a:gradFill>
      </a:fillStyleLst>
      <a:lnStyleLst>
        <a:ln w="9525" cap="flat" cmpd="sng" algn="ctr">
          <a:miter lim="800000"/>
        </a:ln>
        <a:ln w="25400" cap="flat" cmpd="sng" algn="ctr">
          <a:miter lim="800000"/>
        </a:ln>
        <a:ln w="38100" cap="flat" cmpd="sng" algn="ctr">
          <a:miter lim="800000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100000"/>
                <a:shade val="0"/>
              </a:schemeClr>
            </a:gs>
            <a:gs pos="85000">
              <a:schemeClr val="phClr">
                <a:tint val="100000"/>
                <a:shade val="30000"/>
              </a:schemeClr>
            </a:gs>
            <a:gs pos="100000">
              <a:schemeClr val="phClr">
                <a:shade val="60000"/>
              </a:schemeClr>
            </a:gs>
          </a:gsLst>
          <a:lin ang="13500000" scaled="0"/>
        </a:gradFill>
        <a:gradFill>
          <a:gsLst>
            <a:gs pos="0">
              <a:schemeClr val="phClr">
                <a:tint val="100000"/>
                <a:shade val="0"/>
              </a:schemeClr>
            </a:gs>
            <a:gs pos="85000">
              <a:schemeClr val="phClr">
                <a:shade val="30000"/>
              </a:schemeClr>
            </a:gs>
            <a:gs pos="100000">
              <a:schemeClr val="phClr">
                <a:shade val="60000"/>
              </a:schemeClr>
            </a:gs>
          </a:gsLst>
          <a:lin ang="18900000" scaled="0"/>
        </a:gradFill>
      </a:bgFillStyleLst>
    </a:fmtScheme>
  </a:themeElements>
  <a:objectDefaults/>
</a:theme>
</file>

<file path=ppt/theme/theme27.xml><?xml version="1.0" encoding="utf-8"?>
<a:theme xmlns:a="http://schemas.openxmlformats.org/drawingml/2006/main" xmlns:r="http://schemas.openxmlformats.org/officeDocument/2006/relationships" xmlns:p="http://schemas.openxmlformats.org/presentationml/2006/main" name="Технический стиль 16 х 9">
  <a:themeElements>
    <a:clrScheme name="Tech_16x9">
      <a:dk1>
        <a:srgbClr val="000000"/>
      </a:dk1>
      <a:lt1>
        <a:srgbClr val="FFFFFF"/>
      </a:lt1>
      <a:dk2>
        <a:srgbClr val="192A52"/>
      </a:dk2>
      <a:lt2>
        <a:srgbClr val="C0C0C0"/>
      </a:lt2>
      <a:accent1>
        <a:srgbClr val="009999"/>
      </a:accent1>
      <a:accent2>
        <a:srgbClr val="E98915"/>
      </a:accent2>
      <a:accent3>
        <a:srgbClr val="A419A7"/>
      </a:accent3>
      <a:accent4>
        <a:srgbClr val="AFC34D"/>
      </a:accent4>
      <a:accent5>
        <a:srgbClr val="E5572B"/>
      </a:accent5>
      <a:accent6>
        <a:srgbClr val="6868C4"/>
      </a:accent6>
      <a:hlink>
        <a:srgbClr val="009999"/>
      </a:hlink>
      <a:folHlink>
        <a:srgbClr val="7F7F7F"/>
      </a:folHlink>
    </a:clrScheme>
    <a:fontScheme name="Calibri">
      <a:majorFont>
        <a:latin typeface="Calibri"/>
        <a:ea typeface="Arial"/>
        <a:cs typeface="Arial"/>
      </a:majorFont>
      <a:minorFont>
        <a:latin typeface="Calibri"/>
        <a:ea typeface="Arial"/>
        <a:cs typeface="Arial"/>
      </a:minorFont>
    </a:fontScheme>
    <a:fmtScheme name="">
      <a:fillStyleLst>
        <a:solidFill>
          <a:schemeClr val="phClr"/>
        </a:solidFill>
        <a:gradFill>
          <a:gsLst>
            <a:gs pos="0">
              <a:schemeClr val="phClr">
                <a:tint val="20000"/>
                <a:lumMod val="98000"/>
              </a:schemeClr>
            </a:gs>
            <a:gs pos="40000">
              <a:schemeClr val="phClr">
                <a:tint val="30000"/>
                <a:lumMod val="84000"/>
              </a:schemeClr>
            </a:gs>
            <a:gs pos="100000">
              <a:schemeClr val="phClr">
                <a:tint val="100000"/>
              </a:schemeClr>
            </a:gs>
          </a:gsLst>
          <a:lin ang="5040000" scaled="1"/>
        </a:gradFill>
        <a:gradFill>
          <a:gsLst>
            <a:gs pos="0">
              <a:schemeClr val="phClr">
                <a:shade val="15000"/>
              </a:schemeClr>
            </a:gs>
            <a:gs pos="50000">
              <a:schemeClr val="phClr">
                <a:shade val="45000"/>
              </a:schemeClr>
            </a:gs>
            <a:gs pos="70000">
              <a:schemeClr val="phClr">
                <a:tint val="99000"/>
                <a:shade val="65000"/>
              </a:schemeClr>
            </a:gs>
            <a:gs pos="100000">
              <a:schemeClr val="phClr">
                <a:tint val="100000"/>
                <a:shade val="100000"/>
              </a:schemeClr>
            </a:gs>
          </a:gsLst>
          <a:lin ang="16200000" scaled="0"/>
        </a:gradFill>
      </a:fillStyleLst>
      <a:lnStyleLst>
        <a:ln w="9525" cap="flat" cmpd="sng" algn="ctr">
          <a:miter lim="800000"/>
        </a:ln>
        <a:ln w="25400" cap="flat" cmpd="sng" algn="ctr">
          <a:miter lim="800000"/>
        </a:ln>
        <a:ln w="38100" cap="flat" cmpd="sng" algn="ctr">
          <a:miter lim="800000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100000"/>
                <a:shade val="0"/>
              </a:schemeClr>
            </a:gs>
            <a:gs pos="85000">
              <a:schemeClr val="phClr">
                <a:tint val="100000"/>
                <a:shade val="30000"/>
              </a:schemeClr>
            </a:gs>
            <a:gs pos="100000">
              <a:schemeClr val="phClr">
                <a:shade val="60000"/>
              </a:schemeClr>
            </a:gs>
          </a:gsLst>
          <a:lin ang="13500000" scaled="0"/>
        </a:gradFill>
        <a:gradFill>
          <a:gsLst>
            <a:gs pos="0">
              <a:schemeClr val="phClr">
                <a:tint val="100000"/>
                <a:shade val="0"/>
              </a:schemeClr>
            </a:gs>
            <a:gs pos="85000">
              <a:schemeClr val="phClr">
                <a:shade val="30000"/>
              </a:schemeClr>
            </a:gs>
            <a:gs pos="100000">
              <a:schemeClr val="phClr">
                <a:shade val="60000"/>
              </a:schemeClr>
            </a:gs>
          </a:gsLst>
          <a:lin ang="18900000" scaled="0"/>
        </a:gradFill>
      </a:bgFillStyleLst>
    </a:fmtScheme>
  </a:themeElements>
  <a:objectDefaults/>
</a:theme>
</file>

<file path=ppt/theme/theme28.xml><?xml version="1.0" encoding="utf-8"?>
<a:theme xmlns:a="http://schemas.openxmlformats.org/drawingml/2006/main" xmlns:r="http://schemas.openxmlformats.org/officeDocument/2006/relationships" xmlns:p="http://schemas.openxmlformats.org/presentationml/2006/main" name="Технический стиль 16 х 9">
  <a:themeElements>
    <a:clrScheme name="Tech_16x9">
      <a:dk1>
        <a:srgbClr val="000000"/>
      </a:dk1>
      <a:lt1>
        <a:srgbClr val="FFFFFF"/>
      </a:lt1>
      <a:dk2>
        <a:srgbClr val="192A52"/>
      </a:dk2>
      <a:lt2>
        <a:srgbClr val="C0C0C0"/>
      </a:lt2>
      <a:accent1>
        <a:srgbClr val="009999"/>
      </a:accent1>
      <a:accent2>
        <a:srgbClr val="E98915"/>
      </a:accent2>
      <a:accent3>
        <a:srgbClr val="A419A7"/>
      </a:accent3>
      <a:accent4>
        <a:srgbClr val="AFC34D"/>
      </a:accent4>
      <a:accent5>
        <a:srgbClr val="E5572B"/>
      </a:accent5>
      <a:accent6>
        <a:srgbClr val="6868C4"/>
      </a:accent6>
      <a:hlink>
        <a:srgbClr val="009999"/>
      </a:hlink>
      <a:folHlink>
        <a:srgbClr val="7F7F7F"/>
      </a:folHlink>
    </a:clrScheme>
    <a:fontScheme name="Calibri">
      <a:majorFont>
        <a:latin typeface="Calibri"/>
        <a:ea typeface="Arial"/>
        <a:cs typeface="Arial"/>
      </a:majorFont>
      <a:minorFont>
        <a:latin typeface="Calibri"/>
        <a:ea typeface="Arial"/>
        <a:cs typeface="Arial"/>
      </a:minorFont>
    </a:fontScheme>
    <a:fmtScheme name="">
      <a:fillStyleLst>
        <a:solidFill>
          <a:schemeClr val="phClr"/>
        </a:solidFill>
        <a:gradFill>
          <a:gsLst>
            <a:gs pos="0">
              <a:schemeClr val="phClr">
                <a:tint val="20000"/>
                <a:lumMod val="98000"/>
              </a:schemeClr>
            </a:gs>
            <a:gs pos="40000">
              <a:schemeClr val="phClr">
                <a:tint val="30000"/>
                <a:lumMod val="84000"/>
              </a:schemeClr>
            </a:gs>
            <a:gs pos="100000">
              <a:schemeClr val="phClr">
                <a:tint val="100000"/>
              </a:schemeClr>
            </a:gs>
          </a:gsLst>
          <a:lin ang="5040000" scaled="1"/>
        </a:gradFill>
        <a:gradFill>
          <a:gsLst>
            <a:gs pos="0">
              <a:schemeClr val="phClr">
                <a:shade val="15000"/>
              </a:schemeClr>
            </a:gs>
            <a:gs pos="50000">
              <a:schemeClr val="phClr">
                <a:shade val="45000"/>
              </a:schemeClr>
            </a:gs>
            <a:gs pos="70000">
              <a:schemeClr val="phClr">
                <a:tint val="99000"/>
                <a:shade val="65000"/>
              </a:schemeClr>
            </a:gs>
            <a:gs pos="100000">
              <a:schemeClr val="phClr">
                <a:tint val="100000"/>
                <a:shade val="100000"/>
              </a:schemeClr>
            </a:gs>
          </a:gsLst>
          <a:lin ang="16200000" scaled="0"/>
        </a:gradFill>
      </a:fillStyleLst>
      <a:lnStyleLst>
        <a:ln w="9525" cap="flat" cmpd="sng" algn="ctr">
          <a:miter lim="800000"/>
        </a:ln>
        <a:ln w="25400" cap="flat" cmpd="sng" algn="ctr">
          <a:miter lim="800000"/>
        </a:ln>
        <a:ln w="38100" cap="flat" cmpd="sng" algn="ctr">
          <a:miter lim="800000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100000"/>
                <a:shade val="0"/>
              </a:schemeClr>
            </a:gs>
            <a:gs pos="85000">
              <a:schemeClr val="phClr">
                <a:tint val="100000"/>
                <a:shade val="30000"/>
              </a:schemeClr>
            </a:gs>
            <a:gs pos="100000">
              <a:schemeClr val="phClr">
                <a:shade val="60000"/>
              </a:schemeClr>
            </a:gs>
          </a:gsLst>
          <a:lin ang="13500000" scaled="0"/>
        </a:gradFill>
        <a:gradFill>
          <a:gsLst>
            <a:gs pos="0">
              <a:schemeClr val="phClr">
                <a:tint val="100000"/>
                <a:shade val="0"/>
              </a:schemeClr>
            </a:gs>
            <a:gs pos="85000">
              <a:schemeClr val="phClr">
                <a:shade val="30000"/>
              </a:schemeClr>
            </a:gs>
            <a:gs pos="100000">
              <a:schemeClr val="phClr">
                <a:shade val="60000"/>
              </a:schemeClr>
            </a:gs>
          </a:gsLst>
          <a:lin ang="18900000" scaled="0"/>
        </a:gradFill>
      </a:bgFillStyleLst>
    </a:fmtScheme>
  </a:themeElements>
  <a:objectDefaults/>
</a:theme>
</file>

<file path=ppt/theme/theme29.xml><?xml version="1.0" encoding="utf-8"?>
<a:theme xmlns:a="http://schemas.openxmlformats.org/drawingml/2006/main" xmlns:r="http://schemas.openxmlformats.org/officeDocument/2006/relationships" xmlns:p="http://schemas.openxmlformats.org/presentationml/2006/main" name="Технический стиль 16 х 9">
  <a:themeElements>
    <a:clrScheme name="Tech_16x9">
      <a:dk1>
        <a:srgbClr val="000000"/>
      </a:dk1>
      <a:lt1>
        <a:srgbClr val="FFFFFF"/>
      </a:lt1>
      <a:dk2>
        <a:srgbClr val="192A52"/>
      </a:dk2>
      <a:lt2>
        <a:srgbClr val="C0C0C0"/>
      </a:lt2>
      <a:accent1>
        <a:srgbClr val="009999"/>
      </a:accent1>
      <a:accent2>
        <a:srgbClr val="E98915"/>
      </a:accent2>
      <a:accent3>
        <a:srgbClr val="A419A7"/>
      </a:accent3>
      <a:accent4>
        <a:srgbClr val="AFC34D"/>
      </a:accent4>
      <a:accent5>
        <a:srgbClr val="E5572B"/>
      </a:accent5>
      <a:accent6>
        <a:srgbClr val="6868C4"/>
      </a:accent6>
      <a:hlink>
        <a:srgbClr val="009999"/>
      </a:hlink>
      <a:folHlink>
        <a:srgbClr val="7F7F7F"/>
      </a:folHlink>
    </a:clrScheme>
    <a:fontScheme name="Calibri">
      <a:majorFont>
        <a:latin typeface="Calibri"/>
        <a:ea typeface="Arial"/>
        <a:cs typeface="Arial"/>
      </a:majorFont>
      <a:minorFont>
        <a:latin typeface="Calibri"/>
        <a:ea typeface="Arial"/>
        <a:cs typeface="Arial"/>
      </a:minorFont>
    </a:fontScheme>
    <a:fmtScheme name="">
      <a:fillStyleLst>
        <a:solidFill>
          <a:schemeClr val="phClr"/>
        </a:solidFill>
        <a:gradFill>
          <a:gsLst>
            <a:gs pos="0">
              <a:schemeClr val="phClr">
                <a:tint val="20000"/>
                <a:lumMod val="98000"/>
              </a:schemeClr>
            </a:gs>
            <a:gs pos="40000">
              <a:schemeClr val="phClr">
                <a:tint val="30000"/>
                <a:lumMod val="84000"/>
              </a:schemeClr>
            </a:gs>
            <a:gs pos="100000">
              <a:schemeClr val="phClr">
                <a:tint val="100000"/>
              </a:schemeClr>
            </a:gs>
          </a:gsLst>
          <a:lin ang="5040000" scaled="1"/>
        </a:gradFill>
        <a:gradFill>
          <a:gsLst>
            <a:gs pos="0">
              <a:schemeClr val="phClr">
                <a:shade val="15000"/>
              </a:schemeClr>
            </a:gs>
            <a:gs pos="50000">
              <a:schemeClr val="phClr">
                <a:shade val="45000"/>
              </a:schemeClr>
            </a:gs>
            <a:gs pos="70000">
              <a:schemeClr val="phClr">
                <a:tint val="99000"/>
                <a:shade val="65000"/>
              </a:schemeClr>
            </a:gs>
            <a:gs pos="100000">
              <a:schemeClr val="phClr">
                <a:tint val="100000"/>
                <a:shade val="100000"/>
              </a:schemeClr>
            </a:gs>
          </a:gsLst>
          <a:lin ang="16200000" scaled="0"/>
        </a:gradFill>
      </a:fillStyleLst>
      <a:lnStyleLst>
        <a:ln w="9525" cap="flat" cmpd="sng" algn="ctr">
          <a:miter lim="800000"/>
        </a:ln>
        <a:ln w="25400" cap="flat" cmpd="sng" algn="ctr">
          <a:miter lim="800000"/>
        </a:ln>
        <a:ln w="38100" cap="flat" cmpd="sng" algn="ctr">
          <a:miter lim="800000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100000"/>
                <a:shade val="0"/>
              </a:schemeClr>
            </a:gs>
            <a:gs pos="85000">
              <a:schemeClr val="phClr">
                <a:tint val="100000"/>
                <a:shade val="30000"/>
              </a:schemeClr>
            </a:gs>
            <a:gs pos="100000">
              <a:schemeClr val="phClr">
                <a:shade val="60000"/>
              </a:schemeClr>
            </a:gs>
          </a:gsLst>
          <a:lin ang="13500000" scaled="0"/>
        </a:gradFill>
        <a:gradFill>
          <a:gsLst>
            <a:gs pos="0">
              <a:schemeClr val="phClr">
                <a:tint val="100000"/>
                <a:shade val="0"/>
              </a:schemeClr>
            </a:gs>
            <a:gs pos="85000">
              <a:schemeClr val="phClr">
                <a:shade val="30000"/>
              </a:schemeClr>
            </a:gs>
            <a:gs pos="100000">
              <a:schemeClr val="phClr">
                <a:shade val="60000"/>
              </a:schemeClr>
            </a:gs>
          </a:gsLst>
          <a:lin ang="18900000" scaled="0"/>
        </a:gradFill>
      </a:bgFillStyleLst>
    </a:fmtScheme>
  </a:themeElements>
  <a:objectDefaults/>
</a:theme>
</file>

<file path=ppt/theme/theme30.xml><?xml version="1.0" encoding="utf-8"?>
<a:theme xmlns:a="http://schemas.openxmlformats.org/drawingml/2006/main" xmlns:r="http://schemas.openxmlformats.org/officeDocument/2006/relationships" xmlns:p="http://schemas.openxmlformats.org/presentationml/2006/main" name="Технический стиль 16 х 9">
  <a:themeElements>
    <a:clrScheme name="Tech_16x9">
      <a:dk1>
        <a:srgbClr val="000000"/>
      </a:dk1>
      <a:lt1>
        <a:srgbClr val="FFFFFF"/>
      </a:lt1>
      <a:dk2>
        <a:srgbClr val="192A52"/>
      </a:dk2>
      <a:lt2>
        <a:srgbClr val="C0C0C0"/>
      </a:lt2>
      <a:accent1>
        <a:srgbClr val="009999"/>
      </a:accent1>
      <a:accent2>
        <a:srgbClr val="E98915"/>
      </a:accent2>
      <a:accent3>
        <a:srgbClr val="A419A7"/>
      </a:accent3>
      <a:accent4>
        <a:srgbClr val="AFC34D"/>
      </a:accent4>
      <a:accent5>
        <a:srgbClr val="E5572B"/>
      </a:accent5>
      <a:accent6>
        <a:srgbClr val="6868C4"/>
      </a:accent6>
      <a:hlink>
        <a:srgbClr val="009999"/>
      </a:hlink>
      <a:folHlink>
        <a:srgbClr val="7F7F7F"/>
      </a:folHlink>
    </a:clrScheme>
    <a:fontScheme name="Calibri">
      <a:majorFont>
        <a:latin typeface="Calibri"/>
        <a:ea typeface="Arial"/>
        <a:cs typeface="Arial"/>
      </a:majorFont>
      <a:minorFont>
        <a:latin typeface="Calibri"/>
        <a:ea typeface="Arial"/>
        <a:cs typeface="Arial"/>
      </a:minorFont>
    </a:fontScheme>
    <a:fmtScheme name="">
      <a:fillStyleLst>
        <a:solidFill>
          <a:schemeClr val="phClr"/>
        </a:solidFill>
        <a:gradFill>
          <a:gsLst>
            <a:gs pos="0">
              <a:schemeClr val="phClr">
                <a:tint val="20000"/>
                <a:lumMod val="98000"/>
              </a:schemeClr>
            </a:gs>
            <a:gs pos="40000">
              <a:schemeClr val="phClr">
                <a:tint val="30000"/>
                <a:lumMod val="84000"/>
              </a:schemeClr>
            </a:gs>
            <a:gs pos="100000">
              <a:schemeClr val="phClr">
                <a:tint val="100000"/>
              </a:schemeClr>
            </a:gs>
          </a:gsLst>
          <a:lin ang="5040000" scaled="1"/>
        </a:gradFill>
        <a:gradFill>
          <a:gsLst>
            <a:gs pos="0">
              <a:schemeClr val="phClr">
                <a:shade val="15000"/>
              </a:schemeClr>
            </a:gs>
            <a:gs pos="50000">
              <a:schemeClr val="phClr">
                <a:shade val="45000"/>
              </a:schemeClr>
            </a:gs>
            <a:gs pos="70000">
              <a:schemeClr val="phClr">
                <a:tint val="99000"/>
                <a:shade val="65000"/>
              </a:schemeClr>
            </a:gs>
            <a:gs pos="100000">
              <a:schemeClr val="phClr">
                <a:tint val="100000"/>
                <a:shade val="100000"/>
              </a:schemeClr>
            </a:gs>
          </a:gsLst>
          <a:lin ang="16200000" scaled="0"/>
        </a:gradFill>
      </a:fillStyleLst>
      <a:lnStyleLst>
        <a:ln w="9525" cap="flat" cmpd="sng" algn="ctr">
          <a:miter lim="800000"/>
        </a:ln>
        <a:ln w="25400" cap="flat" cmpd="sng" algn="ctr">
          <a:miter lim="800000"/>
        </a:ln>
        <a:ln w="38100" cap="flat" cmpd="sng" algn="ctr">
          <a:miter lim="800000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100000"/>
                <a:shade val="0"/>
              </a:schemeClr>
            </a:gs>
            <a:gs pos="85000">
              <a:schemeClr val="phClr">
                <a:tint val="100000"/>
                <a:shade val="30000"/>
              </a:schemeClr>
            </a:gs>
            <a:gs pos="100000">
              <a:schemeClr val="phClr">
                <a:shade val="60000"/>
              </a:schemeClr>
            </a:gs>
          </a:gsLst>
          <a:lin ang="13500000" scaled="0"/>
        </a:gradFill>
        <a:gradFill>
          <a:gsLst>
            <a:gs pos="0">
              <a:schemeClr val="phClr">
                <a:tint val="100000"/>
                <a:shade val="0"/>
              </a:schemeClr>
            </a:gs>
            <a:gs pos="85000">
              <a:schemeClr val="phClr">
                <a:shade val="30000"/>
              </a:schemeClr>
            </a:gs>
            <a:gs pos="100000">
              <a:schemeClr val="phClr">
                <a:shade val="60000"/>
              </a:schemeClr>
            </a:gs>
          </a:gsLst>
          <a:lin ang="18900000" scaled="0"/>
        </a:gradFill>
      </a:bgFillStyleLst>
    </a:fmtScheme>
  </a:themeElements>
  <a:objectDefaults/>
</a:theme>
</file>

<file path=ppt/theme/theme31.xml><?xml version="1.0" encoding="utf-8"?>
<a:theme xmlns:a="http://schemas.openxmlformats.org/drawingml/2006/main" xmlns:r="http://schemas.openxmlformats.org/officeDocument/2006/relationships" xmlns:p="http://schemas.openxmlformats.org/presentationml/2006/main" name="Технический стиль 16 х 9">
  <a:themeElements>
    <a:clrScheme name="Tech_16x9">
      <a:dk1>
        <a:srgbClr val="000000"/>
      </a:dk1>
      <a:lt1>
        <a:srgbClr val="FFFFFF"/>
      </a:lt1>
      <a:dk2>
        <a:srgbClr val="192A52"/>
      </a:dk2>
      <a:lt2>
        <a:srgbClr val="C0C0C0"/>
      </a:lt2>
      <a:accent1>
        <a:srgbClr val="009999"/>
      </a:accent1>
      <a:accent2>
        <a:srgbClr val="E98915"/>
      </a:accent2>
      <a:accent3>
        <a:srgbClr val="A419A7"/>
      </a:accent3>
      <a:accent4>
        <a:srgbClr val="AFC34D"/>
      </a:accent4>
      <a:accent5>
        <a:srgbClr val="E5572B"/>
      </a:accent5>
      <a:accent6>
        <a:srgbClr val="6868C4"/>
      </a:accent6>
      <a:hlink>
        <a:srgbClr val="009999"/>
      </a:hlink>
      <a:folHlink>
        <a:srgbClr val="7F7F7F"/>
      </a:folHlink>
    </a:clrScheme>
    <a:fontScheme name="Calibri">
      <a:majorFont>
        <a:latin typeface="Calibri"/>
        <a:ea typeface="Arial"/>
        <a:cs typeface="Arial"/>
      </a:majorFont>
      <a:minorFont>
        <a:latin typeface="Calibri"/>
        <a:ea typeface="Arial"/>
        <a:cs typeface="Arial"/>
      </a:minorFont>
    </a:fontScheme>
    <a:fmtScheme name="">
      <a:fillStyleLst>
        <a:solidFill>
          <a:schemeClr val="phClr"/>
        </a:solidFill>
        <a:gradFill>
          <a:gsLst>
            <a:gs pos="0">
              <a:schemeClr val="phClr">
                <a:tint val="20000"/>
                <a:lumMod val="98000"/>
              </a:schemeClr>
            </a:gs>
            <a:gs pos="40000">
              <a:schemeClr val="phClr">
                <a:tint val="30000"/>
                <a:lumMod val="84000"/>
              </a:schemeClr>
            </a:gs>
            <a:gs pos="100000">
              <a:schemeClr val="phClr">
                <a:tint val="100000"/>
              </a:schemeClr>
            </a:gs>
          </a:gsLst>
          <a:lin ang="5040000" scaled="1"/>
        </a:gradFill>
        <a:gradFill>
          <a:gsLst>
            <a:gs pos="0">
              <a:schemeClr val="phClr">
                <a:shade val="15000"/>
              </a:schemeClr>
            </a:gs>
            <a:gs pos="50000">
              <a:schemeClr val="phClr">
                <a:shade val="45000"/>
              </a:schemeClr>
            </a:gs>
            <a:gs pos="70000">
              <a:schemeClr val="phClr">
                <a:tint val="99000"/>
                <a:shade val="65000"/>
              </a:schemeClr>
            </a:gs>
            <a:gs pos="100000">
              <a:schemeClr val="phClr">
                <a:tint val="100000"/>
                <a:shade val="100000"/>
              </a:schemeClr>
            </a:gs>
          </a:gsLst>
          <a:lin ang="16200000" scaled="0"/>
        </a:gradFill>
      </a:fillStyleLst>
      <a:lnStyleLst>
        <a:ln w="9525" cap="flat" cmpd="sng" algn="ctr">
          <a:miter lim="800000"/>
        </a:ln>
        <a:ln w="25400" cap="flat" cmpd="sng" algn="ctr">
          <a:miter lim="800000"/>
        </a:ln>
        <a:ln w="38100" cap="flat" cmpd="sng" algn="ctr">
          <a:miter lim="800000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100000"/>
                <a:shade val="0"/>
              </a:schemeClr>
            </a:gs>
            <a:gs pos="85000">
              <a:schemeClr val="phClr">
                <a:tint val="100000"/>
                <a:shade val="30000"/>
              </a:schemeClr>
            </a:gs>
            <a:gs pos="100000">
              <a:schemeClr val="phClr">
                <a:shade val="60000"/>
              </a:schemeClr>
            </a:gs>
          </a:gsLst>
          <a:lin ang="13500000" scaled="0"/>
        </a:gradFill>
        <a:gradFill>
          <a:gsLst>
            <a:gs pos="0">
              <a:schemeClr val="phClr">
                <a:tint val="100000"/>
                <a:shade val="0"/>
              </a:schemeClr>
            </a:gs>
            <a:gs pos="85000">
              <a:schemeClr val="phClr">
                <a:shade val="30000"/>
              </a:schemeClr>
            </a:gs>
            <a:gs pos="100000">
              <a:schemeClr val="phClr">
                <a:shade val="60000"/>
              </a:schemeClr>
            </a:gs>
          </a:gsLst>
          <a:lin ang="18900000" scaled="0"/>
        </a:gradFill>
      </a:bgFillStyleLst>
    </a:fmtScheme>
  </a:themeElements>
  <a:objectDefaults/>
</a:theme>
</file>

<file path=ppt/theme/theme32.xml><?xml version="1.0" encoding="utf-8"?>
<a:theme xmlns:a="http://schemas.openxmlformats.org/drawingml/2006/main" xmlns:r="http://schemas.openxmlformats.org/officeDocument/2006/relationships" xmlns:p="http://schemas.openxmlformats.org/presentationml/2006/main" name="Технический стиль 16 х 9">
  <a:themeElements>
    <a:clrScheme name="Tech_16x9">
      <a:dk1>
        <a:srgbClr val="000000"/>
      </a:dk1>
      <a:lt1>
        <a:srgbClr val="FFFFFF"/>
      </a:lt1>
      <a:dk2>
        <a:srgbClr val="192A52"/>
      </a:dk2>
      <a:lt2>
        <a:srgbClr val="C0C0C0"/>
      </a:lt2>
      <a:accent1>
        <a:srgbClr val="009999"/>
      </a:accent1>
      <a:accent2>
        <a:srgbClr val="E98915"/>
      </a:accent2>
      <a:accent3>
        <a:srgbClr val="A419A7"/>
      </a:accent3>
      <a:accent4>
        <a:srgbClr val="AFC34D"/>
      </a:accent4>
      <a:accent5>
        <a:srgbClr val="E5572B"/>
      </a:accent5>
      <a:accent6>
        <a:srgbClr val="6868C4"/>
      </a:accent6>
      <a:hlink>
        <a:srgbClr val="009999"/>
      </a:hlink>
      <a:folHlink>
        <a:srgbClr val="7F7F7F"/>
      </a:folHlink>
    </a:clrScheme>
    <a:fontScheme name="Calibri">
      <a:majorFont>
        <a:latin typeface="Calibri"/>
        <a:ea typeface="Arial"/>
        <a:cs typeface="Arial"/>
      </a:majorFont>
      <a:minorFont>
        <a:latin typeface="Calibri"/>
        <a:ea typeface="Arial"/>
        <a:cs typeface="Arial"/>
      </a:minorFont>
    </a:fontScheme>
    <a:fmtScheme name="">
      <a:fillStyleLst>
        <a:solidFill>
          <a:schemeClr val="phClr"/>
        </a:solidFill>
        <a:gradFill>
          <a:gsLst>
            <a:gs pos="0">
              <a:schemeClr val="phClr">
                <a:tint val="20000"/>
                <a:lumMod val="98000"/>
              </a:schemeClr>
            </a:gs>
            <a:gs pos="40000">
              <a:schemeClr val="phClr">
                <a:tint val="30000"/>
                <a:lumMod val="84000"/>
              </a:schemeClr>
            </a:gs>
            <a:gs pos="100000">
              <a:schemeClr val="phClr">
                <a:tint val="100000"/>
              </a:schemeClr>
            </a:gs>
          </a:gsLst>
          <a:lin ang="5040000" scaled="1"/>
        </a:gradFill>
        <a:gradFill>
          <a:gsLst>
            <a:gs pos="0">
              <a:schemeClr val="phClr">
                <a:shade val="15000"/>
              </a:schemeClr>
            </a:gs>
            <a:gs pos="50000">
              <a:schemeClr val="phClr">
                <a:shade val="45000"/>
              </a:schemeClr>
            </a:gs>
            <a:gs pos="70000">
              <a:schemeClr val="phClr">
                <a:tint val="99000"/>
                <a:shade val="65000"/>
              </a:schemeClr>
            </a:gs>
            <a:gs pos="100000">
              <a:schemeClr val="phClr">
                <a:tint val="100000"/>
                <a:shade val="100000"/>
              </a:schemeClr>
            </a:gs>
          </a:gsLst>
          <a:lin ang="16200000" scaled="0"/>
        </a:gradFill>
      </a:fillStyleLst>
      <a:lnStyleLst>
        <a:ln w="9525" cap="flat" cmpd="sng" algn="ctr">
          <a:miter lim="800000"/>
        </a:ln>
        <a:ln w="25400" cap="flat" cmpd="sng" algn="ctr">
          <a:miter lim="800000"/>
        </a:ln>
        <a:ln w="38100" cap="flat" cmpd="sng" algn="ctr">
          <a:miter lim="800000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100000"/>
                <a:shade val="0"/>
              </a:schemeClr>
            </a:gs>
            <a:gs pos="85000">
              <a:schemeClr val="phClr">
                <a:tint val="100000"/>
                <a:shade val="30000"/>
              </a:schemeClr>
            </a:gs>
            <a:gs pos="100000">
              <a:schemeClr val="phClr">
                <a:shade val="60000"/>
              </a:schemeClr>
            </a:gs>
          </a:gsLst>
          <a:lin ang="13500000" scaled="0"/>
        </a:gradFill>
        <a:gradFill>
          <a:gsLst>
            <a:gs pos="0">
              <a:schemeClr val="phClr">
                <a:tint val="100000"/>
                <a:shade val="0"/>
              </a:schemeClr>
            </a:gs>
            <a:gs pos="85000">
              <a:schemeClr val="phClr">
                <a:shade val="30000"/>
              </a:schemeClr>
            </a:gs>
            <a:gs pos="100000">
              <a:schemeClr val="phClr">
                <a:shade val="60000"/>
              </a:schemeClr>
            </a:gs>
          </a:gsLst>
          <a:lin ang="18900000" scaled="0"/>
        </a:gradFill>
      </a:bgFillStyleLst>
    </a:fmtScheme>
  </a:themeElements>
  <a:objectDefaults/>
</a:theme>
</file>

<file path=ppt/theme/theme33.xml><?xml version="1.0" encoding="utf-8"?>
<a:theme xmlns:a="http://schemas.openxmlformats.org/drawingml/2006/main" xmlns:r="http://schemas.openxmlformats.org/officeDocument/2006/relationships" xmlns:p="http://schemas.openxmlformats.org/presentationml/2006/main" name="Технический стиль 16 х 9">
  <a:themeElements>
    <a:clrScheme name="Tech_16x9">
      <a:dk1>
        <a:srgbClr val="000000"/>
      </a:dk1>
      <a:lt1>
        <a:srgbClr val="FFFFFF"/>
      </a:lt1>
      <a:dk2>
        <a:srgbClr val="192A52"/>
      </a:dk2>
      <a:lt2>
        <a:srgbClr val="C0C0C0"/>
      </a:lt2>
      <a:accent1>
        <a:srgbClr val="009999"/>
      </a:accent1>
      <a:accent2>
        <a:srgbClr val="E98915"/>
      </a:accent2>
      <a:accent3>
        <a:srgbClr val="A419A7"/>
      </a:accent3>
      <a:accent4>
        <a:srgbClr val="AFC34D"/>
      </a:accent4>
      <a:accent5>
        <a:srgbClr val="E5572B"/>
      </a:accent5>
      <a:accent6>
        <a:srgbClr val="6868C4"/>
      </a:accent6>
      <a:hlink>
        <a:srgbClr val="009999"/>
      </a:hlink>
      <a:folHlink>
        <a:srgbClr val="7F7F7F"/>
      </a:folHlink>
    </a:clrScheme>
    <a:fontScheme name="Calibri">
      <a:majorFont>
        <a:latin typeface="Calibri"/>
        <a:ea typeface="Arial"/>
        <a:cs typeface="Arial"/>
      </a:majorFont>
      <a:minorFont>
        <a:latin typeface="Calibri"/>
        <a:ea typeface="Arial"/>
        <a:cs typeface="Arial"/>
      </a:minorFont>
    </a:fontScheme>
    <a:fmtScheme name="">
      <a:fillStyleLst>
        <a:solidFill>
          <a:schemeClr val="phClr"/>
        </a:solidFill>
        <a:gradFill>
          <a:gsLst>
            <a:gs pos="0">
              <a:schemeClr val="phClr">
                <a:tint val="20000"/>
                <a:lumMod val="98000"/>
              </a:schemeClr>
            </a:gs>
            <a:gs pos="40000">
              <a:schemeClr val="phClr">
                <a:tint val="30000"/>
                <a:lumMod val="84000"/>
              </a:schemeClr>
            </a:gs>
            <a:gs pos="100000">
              <a:schemeClr val="phClr">
                <a:tint val="100000"/>
              </a:schemeClr>
            </a:gs>
          </a:gsLst>
          <a:lin ang="5040000" scaled="1"/>
        </a:gradFill>
        <a:gradFill>
          <a:gsLst>
            <a:gs pos="0">
              <a:schemeClr val="phClr">
                <a:shade val="15000"/>
              </a:schemeClr>
            </a:gs>
            <a:gs pos="50000">
              <a:schemeClr val="phClr">
                <a:shade val="45000"/>
              </a:schemeClr>
            </a:gs>
            <a:gs pos="70000">
              <a:schemeClr val="phClr">
                <a:tint val="99000"/>
                <a:shade val="65000"/>
              </a:schemeClr>
            </a:gs>
            <a:gs pos="100000">
              <a:schemeClr val="phClr">
                <a:tint val="100000"/>
                <a:shade val="100000"/>
              </a:schemeClr>
            </a:gs>
          </a:gsLst>
          <a:lin ang="16200000" scaled="0"/>
        </a:gradFill>
      </a:fillStyleLst>
      <a:lnStyleLst>
        <a:ln w="9525" cap="flat" cmpd="sng" algn="ctr">
          <a:miter lim="800000"/>
        </a:ln>
        <a:ln w="25400" cap="flat" cmpd="sng" algn="ctr">
          <a:miter lim="800000"/>
        </a:ln>
        <a:ln w="38100" cap="flat" cmpd="sng" algn="ctr">
          <a:miter lim="800000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100000"/>
                <a:shade val="0"/>
              </a:schemeClr>
            </a:gs>
            <a:gs pos="85000">
              <a:schemeClr val="phClr">
                <a:tint val="100000"/>
                <a:shade val="30000"/>
              </a:schemeClr>
            </a:gs>
            <a:gs pos="100000">
              <a:schemeClr val="phClr">
                <a:shade val="60000"/>
              </a:schemeClr>
            </a:gs>
          </a:gsLst>
          <a:lin ang="13500000" scaled="0"/>
        </a:gradFill>
        <a:gradFill>
          <a:gsLst>
            <a:gs pos="0">
              <a:schemeClr val="phClr">
                <a:tint val="100000"/>
                <a:shade val="0"/>
              </a:schemeClr>
            </a:gs>
            <a:gs pos="85000">
              <a:schemeClr val="phClr">
                <a:shade val="30000"/>
              </a:schemeClr>
            </a:gs>
            <a:gs pos="100000">
              <a:schemeClr val="phClr">
                <a:shade val="60000"/>
              </a:schemeClr>
            </a:gs>
          </a:gsLst>
          <a:lin ang="18900000" scaled="0"/>
        </a:gradFill>
      </a:bgFillStyleLst>
    </a:fmtScheme>
  </a:themeElements>
  <a:objectDefaults/>
</a:theme>
</file>

<file path=ppt/theme/theme34.xml><?xml version="1.0" encoding="utf-8"?>
<a:theme xmlns:a="http://schemas.openxmlformats.org/drawingml/2006/main" xmlns:r="http://schemas.openxmlformats.org/officeDocument/2006/relationships" xmlns:p="http://schemas.openxmlformats.org/presentationml/2006/main" name="Технический стиль 16 х 9">
  <a:themeElements>
    <a:clrScheme name="Tech_16x9">
      <a:dk1>
        <a:srgbClr val="000000"/>
      </a:dk1>
      <a:lt1>
        <a:srgbClr val="FFFFFF"/>
      </a:lt1>
      <a:dk2>
        <a:srgbClr val="192A52"/>
      </a:dk2>
      <a:lt2>
        <a:srgbClr val="C0C0C0"/>
      </a:lt2>
      <a:accent1>
        <a:srgbClr val="009999"/>
      </a:accent1>
      <a:accent2>
        <a:srgbClr val="E98915"/>
      </a:accent2>
      <a:accent3>
        <a:srgbClr val="A419A7"/>
      </a:accent3>
      <a:accent4>
        <a:srgbClr val="AFC34D"/>
      </a:accent4>
      <a:accent5>
        <a:srgbClr val="E5572B"/>
      </a:accent5>
      <a:accent6>
        <a:srgbClr val="6868C4"/>
      </a:accent6>
      <a:hlink>
        <a:srgbClr val="009999"/>
      </a:hlink>
      <a:folHlink>
        <a:srgbClr val="7F7F7F"/>
      </a:folHlink>
    </a:clrScheme>
    <a:fontScheme name="Calibri">
      <a:majorFont>
        <a:latin typeface="Calibri"/>
        <a:ea typeface="Arial"/>
        <a:cs typeface="Arial"/>
      </a:majorFont>
      <a:minorFont>
        <a:latin typeface="Calibri"/>
        <a:ea typeface="Arial"/>
        <a:cs typeface="Arial"/>
      </a:minorFont>
    </a:fontScheme>
    <a:fmtScheme name="">
      <a:fillStyleLst>
        <a:solidFill>
          <a:schemeClr val="phClr"/>
        </a:solidFill>
        <a:gradFill>
          <a:gsLst>
            <a:gs pos="0">
              <a:schemeClr val="phClr">
                <a:tint val="20000"/>
                <a:lumMod val="98000"/>
              </a:schemeClr>
            </a:gs>
            <a:gs pos="40000">
              <a:schemeClr val="phClr">
                <a:tint val="30000"/>
                <a:lumMod val="84000"/>
              </a:schemeClr>
            </a:gs>
            <a:gs pos="100000">
              <a:schemeClr val="phClr">
                <a:tint val="100000"/>
              </a:schemeClr>
            </a:gs>
          </a:gsLst>
          <a:lin ang="5040000" scaled="1"/>
        </a:gradFill>
        <a:gradFill>
          <a:gsLst>
            <a:gs pos="0">
              <a:schemeClr val="phClr">
                <a:shade val="15000"/>
              </a:schemeClr>
            </a:gs>
            <a:gs pos="50000">
              <a:schemeClr val="phClr">
                <a:shade val="45000"/>
              </a:schemeClr>
            </a:gs>
            <a:gs pos="70000">
              <a:schemeClr val="phClr">
                <a:tint val="99000"/>
                <a:shade val="65000"/>
              </a:schemeClr>
            </a:gs>
            <a:gs pos="100000">
              <a:schemeClr val="phClr">
                <a:tint val="100000"/>
                <a:shade val="100000"/>
              </a:schemeClr>
            </a:gs>
          </a:gsLst>
          <a:lin ang="16200000" scaled="0"/>
        </a:gradFill>
      </a:fillStyleLst>
      <a:lnStyleLst>
        <a:ln w="9525" cap="flat" cmpd="sng" algn="ctr">
          <a:miter lim="800000"/>
        </a:ln>
        <a:ln w="25400" cap="flat" cmpd="sng" algn="ctr">
          <a:miter lim="800000"/>
        </a:ln>
        <a:ln w="38100" cap="flat" cmpd="sng" algn="ctr">
          <a:miter lim="800000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100000"/>
                <a:shade val="0"/>
              </a:schemeClr>
            </a:gs>
            <a:gs pos="85000">
              <a:schemeClr val="phClr">
                <a:tint val="100000"/>
                <a:shade val="30000"/>
              </a:schemeClr>
            </a:gs>
            <a:gs pos="100000">
              <a:schemeClr val="phClr">
                <a:shade val="60000"/>
              </a:schemeClr>
            </a:gs>
          </a:gsLst>
          <a:lin ang="13500000" scaled="0"/>
        </a:gradFill>
        <a:gradFill>
          <a:gsLst>
            <a:gs pos="0">
              <a:schemeClr val="phClr">
                <a:tint val="100000"/>
                <a:shade val="0"/>
              </a:schemeClr>
            </a:gs>
            <a:gs pos="85000">
              <a:schemeClr val="phClr">
                <a:shade val="30000"/>
              </a:schemeClr>
            </a:gs>
            <a:gs pos="100000">
              <a:schemeClr val="phClr">
                <a:shade val="60000"/>
              </a:schemeClr>
            </a:gs>
          </a:gsLst>
          <a:lin ang="18900000" scaled="0"/>
        </a:gradFill>
      </a:bgFillStyleLst>
    </a:fmtScheme>
  </a:themeElements>
  <a:objectDefaults/>
</a:theme>
</file>

<file path=ppt/theme/theme35.xml><?xml version="1.0" encoding="utf-8"?>
<a:theme xmlns:a="http://schemas.openxmlformats.org/drawingml/2006/main" xmlns:r="http://schemas.openxmlformats.org/officeDocument/2006/relationships" xmlns:p="http://schemas.openxmlformats.org/presentationml/2006/main" name="Office Them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  <a:objectDefaults/>
</a:theme>
</file>

<file path=docProps/app.xml><?xml version="1.0" encoding="utf-8"?>
<Properties xmlns="http://schemas.openxmlformats.org/officeDocument/2006/extended-properties" xmlns:vt="http://schemas.openxmlformats.org/officeDocument/2006/docPropsVTypes">
  <Template>Презентация с тройной линией (широкоэкранный формат)</Template>
  <TotalTime>0</TotalTime>
  <Words>0</Words>
  <Application>ONLYOFFICE/9.2.0.100</Application>
  <PresentationFormat>On-screen Show (4:3)</PresentationFormat>
  <Paragraphs>0</Paragraphs>
  <Slides>8</Slides>
  <Notes>8</Notes>
  <HiddenSlides>0</HiddenSlides>
  <MMClips>2</MMClips>
  <ScaleCrop>0</ScaleCrop>
  <HeadingPairs>
    <vt:vector size="4" baseType="variant">
      <vt:variant>
        <vt:lpstr>Theme</vt:lpstr>
      </vt:variant>
      <vt:variant>
        <vt:i4>34</vt:i4>
      </vt:variant>
      <vt:variant>
        <vt:lpstr>Slide Titles</vt:lpstr>
      </vt:variant>
      <vt:variant>
        <vt:i4>8</vt:i4>
      </vt:variant>
    </vt:vector>
  </HeadingPairs>
  <TitlesOfParts>
    <vt:vector size="42" baseType="lpstr">
      <vt:lpstr>Theme 1</vt:lpstr>
      <vt:lpstr>Theme 2</vt:lpstr>
      <vt:lpstr>Theme 3</vt:lpstr>
      <vt:lpstr>Theme 4</vt:lpstr>
      <vt:lpstr>Theme 5</vt:lpstr>
      <vt:lpstr>Theme 6</vt:lpstr>
      <vt:lpstr>Theme 7</vt:lpstr>
      <vt:lpstr>Theme 8</vt:lpstr>
      <vt:lpstr>Theme 9</vt:lpstr>
      <vt:lpstr>Theme 10</vt:lpstr>
      <vt:lpstr>Theme 11</vt:lpstr>
      <vt:lpstr>Theme 12</vt:lpstr>
      <vt:lpstr>Theme 13</vt:lpstr>
      <vt:lpstr>Theme 14</vt:lpstr>
      <vt:lpstr>Theme 15</vt:lpstr>
      <vt:lpstr>Theme 16</vt:lpstr>
      <vt:lpstr>Theme 17</vt:lpstr>
      <vt:lpstr>Theme 18</vt:lpstr>
      <vt:lpstr>Theme 19</vt:lpstr>
      <vt:lpstr>Theme 20</vt:lpstr>
      <vt:lpstr>Theme 21</vt:lpstr>
      <vt:lpstr>Theme 22</vt:lpstr>
      <vt:lpstr>Theme 23</vt:lpstr>
      <vt:lpstr>Theme 24</vt:lpstr>
      <vt:lpstr>Theme 25</vt:lpstr>
      <vt:lpstr>Theme 26</vt:lpstr>
      <vt:lpstr>Theme 27</vt:lpstr>
      <vt:lpstr>Theme 28</vt:lpstr>
      <vt:lpstr>Theme 29</vt:lpstr>
      <vt:lpstr>Theme 30</vt:lpstr>
      <vt:lpstr>Theme 31</vt:lpstr>
      <vt:lpstr>Theme 32</vt:lpstr>
      <vt:lpstr>Theme 33</vt:lpstr>
      <vt:lpstr>Theme 34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LinksUpToDate>0</LinksUpToDate>
  <SharedDoc>0</SharedDoc>
  <HyperlinksChanged>0</HyperlinksChanged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Постквантовая криптография KEM на решётках.</dc:title>
  <dc:subject/>
  <dc:creator>NameIm FamilFam</dc:creator>
  <dc:description/>
  <dc:language>en-US</dc:language>
  <cp:lastModifiedBy/>
  <cp:revision>41</cp:revision>
  <dcterms:created xsi:type="dcterms:W3CDTF">2025-02-11T23:17:32Z</dcterms:created>
  <dcterms:modified xsi:type="dcterms:W3CDTF">2025-12-12T03:59:21Z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ampaignTags">
    <vt:lpwstr/>
  </property>
  <property fmtid="{D5CDD505-2E9C-101B-9397-08002B2CF9AE}" pid="3" name="ContentTypeId">
    <vt:lpwstr>0x0101006EDDDB5EE6D98C44930B742096920B300400F5B6D36B3EF94B4E9A635CDF2A18F5B8</vt:lpwstr>
  </property>
  <property fmtid="{D5CDD505-2E9C-101B-9397-08002B2CF9AE}" pid="4" name="FeatureTags">
    <vt:lpwstr/>
  </property>
  <property fmtid="{D5CDD505-2E9C-101B-9397-08002B2CF9AE}" pid="5" name="InternalTags">
    <vt:lpwstr/>
  </property>
  <property fmtid="{D5CDD505-2E9C-101B-9397-08002B2CF9AE}" pid="6" name="LocalizationTags">
    <vt:lpwstr/>
  </property>
  <property fmtid="{D5CDD505-2E9C-101B-9397-08002B2CF9AE}" pid="7" name="Notes">
    <vt:i4>1</vt:i4>
  </property>
  <property fmtid="{D5CDD505-2E9C-101B-9397-08002B2CF9AE}" pid="8" name="PresentationFormat">
    <vt:lpwstr>Произвольный</vt:lpwstr>
  </property>
  <property fmtid="{D5CDD505-2E9C-101B-9397-08002B2CF9AE}" pid="9" name="ScenarioTags">
    <vt:lpwstr/>
  </property>
  <property fmtid="{D5CDD505-2E9C-101B-9397-08002B2CF9AE}" pid="10" name="Slides">
    <vt:i4>15</vt:i4>
  </property>
</Properties>
</file>