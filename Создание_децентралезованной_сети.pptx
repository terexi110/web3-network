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notesSlide4.xml" ContentType="application/vnd.openxmlformats-officedocument.presentationml.notesSlide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35.xml" ContentType="application/vnd.openxmlformats-officedocument.theme+xml"/>
  <Override PartName="/ppt/theme/theme31.xml" ContentType="application/vnd.openxmlformats-officedocument.theme+xml"/>
  <Override PartName="/ppt/theme/theme1.xml" ContentType="application/vnd.openxmlformats-officedocument.theme+xml"/>
  <Override PartName="/ppt/theme/theme13.xml" ContentType="application/vnd.openxmlformats-officedocument.theme+xml"/>
  <Override PartName="/ppt/slideMasters/slideMaster19.xml" ContentType="application/vnd.openxmlformats-officedocument.presentationml.slideMaster+xml"/>
  <Override PartName="/ppt/theme/theme34.xml" ContentType="application/vnd.openxmlformats-officedocument.theme+xml"/>
  <Override PartName="/ppt/theme/theme28.xml" ContentType="application/vnd.openxmlformats-officedocument.theme+xml"/>
  <Override PartName="/ppt/theme/theme10.xml" ContentType="application/vnd.openxmlformats-officedocument.theme+xml"/>
  <Override PartName="/ppt/theme/theme25.xml" ContentType="application/vnd.openxmlformats-officedocument.theme+xml"/>
  <Override PartName="/ppt/slideLayouts/slideLayout31.xml" ContentType="application/vnd.openxmlformats-officedocument.presentationml.slideLayout+xml"/>
  <Override PartName="/ppt/slideMasters/slideMaster15.xml" ContentType="application/vnd.openxmlformats-officedocument.presentationml.slideMaster+xml"/>
  <Override PartName="/ppt/theme/theme26.xml" ContentType="application/vnd.openxmlformats-officedocument.theme+xml"/>
  <Override PartName="/ppt/theme/theme12.xml" ContentType="application/vnd.openxmlformats-officedocument.theme+xml"/>
  <Override PartName="/ppt/slideLayouts/slideLayout9.xml" ContentType="application/vnd.openxmlformats-officedocument.presentationml.slideLayout+xml"/>
  <Override PartName="/ppt/theme/theme32.xml" ContentType="application/vnd.openxmlformats-officedocument.theme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7.xml" ContentType="application/vnd.openxmlformats-officedocument.theme+xml"/>
  <Override PartName="/ppt/theme/theme4.xml" ContentType="application/vnd.openxmlformats-officedocument.theme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9.xml" ContentType="application/vnd.openxmlformats-officedocument.theme+xml"/>
  <Override PartName="/ppt/theme/theme20.xml" ContentType="application/vnd.openxmlformats-officedocument.theme+xml"/>
  <Override PartName="/ppt/slideMasters/slideMaster32.xml" ContentType="application/vnd.openxmlformats-officedocument.presentationml.slideMaster+xml"/>
  <Override PartName="/ppt/presProps.xml" ContentType="application/vnd.openxmlformats-officedocument.presentationml.presProps+xml"/>
  <Override PartName="/ppt/theme/theme18.xml" ContentType="application/vnd.openxmlformats-officedocument.theme+xml"/>
  <Override PartName="/ppt/theme/theme6.xml" ContentType="application/vnd.openxmlformats-officedocument.theme+xml"/>
  <Override PartName="/ppt/theme/theme2.xml" ContentType="application/vnd.openxmlformats-officedocument.theme+xml"/>
  <Override PartName="/ppt/theme/theme23.xml" ContentType="application/vnd.openxmlformats-officedocument.theme+xml"/>
  <Override PartName="/ppt/presentation.xml" ContentType="application/vnd.openxmlformats-officedocument.presentationml.presentation.main+xml"/>
  <Override PartName="/ppt/theme/theme21.xml" ContentType="application/vnd.openxmlformats-officedocument.theme+xml"/>
  <Override PartName="/ppt/slideMasters/slideMaster27.xml" ContentType="application/vnd.openxmlformats-officedocument.presentationml.slideMaster+xml"/>
  <Override PartName="/ppt/viewProps.xml" ContentType="application/vnd.openxmlformats-officedocument.presentationml.viewProps+xml"/>
  <Override PartName="/ppt/theme/theme7.xml" ContentType="application/vnd.openxmlformats-officedocument.theme+xml"/>
  <Override PartName="/ppt/theme/theme16.xml" ContentType="application/vnd.openxmlformats-officedocument.theme+xml"/>
  <Override PartName="/ppt/slideMasters/slideMaster3.xml" ContentType="application/vnd.openxmlformats-officedocument.presentationml.slideMaster+xml"/>
  <Override PartName="/docProps/custom.xml" ContentType="application/vnd.openxmlformats-officedocument.custom-properties+xml"/>
  <Override PartName="/ppt/slideLayouts/slideLayout34.xml" ContentType="application/vnd.openxmlformats-officedocument.presentationml.slideLayout+xml"/>
  <Override PartName="/docProps/app.xml" ContentType="application/vnd.openxmlformats-officedocument.extended-properties+xml"/>
  <Override PartName="/ppt/theme/theme5.xml" ContentType="application/vnd.openxmlformats-officedocument.theme+xml"/>
  <Override PartName="/ppt/tableStyles.xml" ContentType="application/vnd.openxmlformats-officedocument.presentationml.tableStyles+xml"/>
  <Override PartName="/ppt/slideMasters/slideMaster17.xml" ContentType="application/vnd.openxmlformats-officedocument.presentationml.slideMaster+xml"/>
  <Override PartName="/ppt/theme/theme8.xml" ContentType="application/vnd.openxmlformats-officedocument.theme+xml"/>
  <Override PartName="/ppt/theme/theme33.xml" ContentType="application/vnd.openxmlformats-officedocument.theme+xml"/>
  <Override PartName="/ppt/theme/theme14.xml" ContentType="application/vnd.openxmlformats-officedocument.theme+xml"/>
  <Override PartName="/docProps/core.xml" ContentType="application/vnd.openxmlformats-package.core-properties+xml"/>
  <Override PartName="/ppt/theme/theme30.xml" ContentType="application/vnd.openxmlformats-officedocument.theme+xml"/>
  <Override PartName="/ppt/slideLayouts/slideLayout15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22.xml" ContentType="application/vnd.openxmlformats-officedocument.presentationml.slideMaster+xml"/>
  <Override PartName="/ppt/theme/theme19.xml" ContentType="application/vnd.openxmlformats-officedocument.theme+xml"/>
  <Override PartName="/ppt/theme/theme15.xml" ContentType="application/vnd.openxmlformats-officedocument.theme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Layouts/slideLayout1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Masters/slideMaster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0.xml" ContentType="application/vnd.openxmlformats-officedocument.presentationml.slideMaster+xml"/>
  <Override PartName="/ppt/theme/theme27.xml" ContentType="application/vnd.openxmlformats-officedocument.theme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theme/theme24.xml" ContentType="application/vnd.openxmlformats-officedocument.theme+xml"/>
  <Override PartName="/ppt/slideMasters/slideMaster12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Layouts/slideLayout1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Masters/slideMaster2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Masters/slideMaster20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Layouts/slideLayout38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s/slide4.xml" ContentType="application/vnd.openxmlformats-officedocument.presentationml.slide+xml"/>
  <Override PartName="/ppt/slideLayouts/slideLayout16.xml" ContentType="application/vnd.openxmlformats-officedocument.presentationml.slideLayout+xml"/>
  <Override PartName="/ppt/theme/theme29.xml" ContentType="application/vnd.openxmlformats-officedocument.theme+xml"/>
  <Override PartName="/ppt/slideMasters/slideMaster24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Layouts/slideLayout20.xml" ContentType="application/vnd.openxmlformats-officedocument.presentationml.slideLayout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1.xml" ContentType="application/vnd.openxmlformats-officedocument.theme+xml"/>
  <Override PartName="/ppt/theme/theme22.xml" ContentType="application/vnd.openxmlformats-officedocument.theme+xml"/>
  <Override PartName="/ppt/slideMasters/slideMaster18.xml" ContentType="application/vnd.openxmlformats-officedocument.presentationml.slideMaster+xml"/>
  <Override PartName="/ppt/slideLayouts/slideLayout3.xml" ContentType="application/vnd.openxmlformats-officedocument.presentationml.slideLayout+xml"/>
  <Override PartName="/ppt/slideMasters/slideMaster11.xml" ContentType="application/vnd.openxmlformats-officedocument.presentationml.slideMaster+xml"/>
  <Override PartName="/ppt/slideLayouts/slideLayout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8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  <p:sldMasterId id="2147483674" r:id="rId14"/>
    <p:sldMasterId id="2147483676" r:id="rId15"/>
    <p:sldMasterId id="2147483678" r:id="rId16"/>
    <p:sldMasterId id="2147483680" r:id="rId17"/>
    <p:sldMasterId id="2147483682" r:id="rId18"/>
    <p:sldMasterId id="2147483684" r:id="rId19"/>
    <p:sldMasterId id="2147483686" r:id="rId20"/>
    <p:sldMasterId id="2147483688" r:id="rId21"/>
    <p:sldMasterId id="2147483690" r:id="rId22"/>
    <p:sldMasterId id="2147483692" r:id="rId23"/>
    <p:sldMasterId id="2147483694" r:id="rId24"/>
    <p:sldMasterId id="2147483696" r:id="rId25"/>
    <p:sldMasterId id="2147483698" r:id="rId26"/>
    <p:sldMasterId id="2147483700" r:id="rId27"/>
    <p:sldMasterId id="2147483702" r:id="rId28"/>
    <p:sldMasterId id="2147483704" r:id="rId29"/>
    <p:sldMasterId id="2147483706" r:id="rId30"/>
    <p:sldMasterId id="2147483708" r:id="rId31"/>
    <p:sldMasterId id="2147483710" r:id="rId32"/>
    <p:sldMasterId id="2147483712" r:id="rId33"/>
    <p:sldMasterId id="2147483714" r:id="rId34"/>
  </p:sldMasterIdLst>
  <p:notesMasterIdLst>
    <p:notesMasterId r:id="rId78"/>
  </p:notesMasterIdLst>
  <p:sldIdLst>
    <p:sldId id="256" r:id="rId70"/>
    <p:sldId id="257" r:id="rId71"/>
    <p:sldId id="258" r:id="rId72"/>
    <p:sldId id="259" r:id="rId73"/>
    <p:sldId id="260" r:id="rId74"/>
    <p:sldId id="261" r:id="rId75"/>
    <p:sldId id="262" r:id="rId76"/>
    <p:sldId id="263" r:id="rId77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496174384" y="0"/>
      </p:cViewPr>
      <p:guideLst>
        <p:guide pos="3839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21" Type="http://schemas.openxmlformats.org/officeDocument/2006/relationships/slideMaster" Target="slideMasters/slideMaster21.xml"/><Relationship Id="rId22" Type="http://schemas.openxmlformats.org/officeDocument/2006/relationships/slideMaster" Target="slideMasters/slideMaster22.xml"/><Relationship Id="rId23" Type="http://schemas.openxmlformats.org/officeDocument/2006/relationships/slideMaster" Target="slideMasters/slideMaster23.xml"/><Relationship Id="rId24" Type="http://schemas.openxmlformats.org/officeDocument/2006/relationships/slideMaster" Target="slideMasters/slideMaster24.xml"/><Relationship Id="rId25" Type="http://schemas.openxmlformats.org/officeDocument/2006/relationships/slideMaster" Target="slideMasters/slideMaster25.xml"/><Relationship Id="rId26" Type="http://schemas.openxmlformats.org/officeDocument/2006/relationships/slideMaster" Target="slideMasters/slideMaster26.xml"/><Relationship Id="rId27" Type="http://schemas.openxmlformats.org/officeDocument/2006/relationships/slideMaster" Target="slideMasters/slideMaster27.xml"/><Relationship Id="rId28" Type="http://schemas.openxmlformats.org/officeDocument/2006/relationships/slideMaster" Target="slideMasters/slideMaster28.xml"/><Relationship Id="rId29" Type="http://schemas.openxmlformats.org/officeDocument/2006/relationships/slideMaster" Target="slideMasters/slideMaster29.xml"/><Relationship Id="rId30" Type="http://schemas.openxmlformats.org/officeDocument/2006/relationships/slideMaster" Target="slideMasters/slideMaster30.xml"/><Relationship Id="rId31" Type="http://schemas.openxmlformats.org/officeDocument/2006/relationships/slideMaster" Target="slideMasters/slideMaster31.xml"/><Relationship Id="rId32" Type="http://schemas.openxmlformats.org/officeDocument/2006/relationships/slideMaster" Target="slideMasters/slideMaster32.xml"/><Relationship Id="rId33" Type="http://schemas.openxmlformats.org/officeDocument/2006/relationships/slideMaster" Target="slideMasters/slideMaster33.xml"/><Relationship Id="rId34" Type="http://schemas.openxmlformats.org/officeDocument/2006/relationships/slideMaster" Target="slideMasters/slideMaster34.xml"/><Relationship Id="rId35" Type="http://schemas.openxmlformats.org/officeDocument/2006/relationships/theme" Target="theme/theme1.xml"/><Relationship Id="rId36" Type="http://schemas.openxmlformats.org/officeDocument/2006/relationships/theme" Target="theme/theme2.xml"/><Relationship Id="rId37" Type="http://schemas.openxmlformats.org/officeDocument/2006/relationships/theme" Target="theme/theme3.xml"/><Relationship Id="rId38" Type="http://schemas.openxmlformats.org/officeDocument/2006/relationships/theme" Target="theme/theme4.xml"/><Relationship Id="rId39" Type="http://schemas.openxmlformats.org/officeDocument/2006/relationships/theme" Target="theme/theme5.xml"/><Relationship Id="rId40" Type="http://schemas.openxmlformats.org/officeDocument/2006/relationships/theme" Target="theme/theme6.xml"/><Relationship Id="rId41" Type="http://schemas.openxmlformats.org/officeDocument/2006/relationships/theme" Target="theme/theme7.xml"/><Relationship Id="rId42" Type="http://schemas.openxmlformats.org/officeDocument/2006/relationships/theme" Target="theme/theme8.xml"/><Relationship Id="rId43" Type="http://schemas.openxmlformats.org/officeDocument/2006/relationships/theme" Target="theme/theme9.xml"/><Relationship Id="rId44" Type="http://schemas.openxmlformats.org/officeDocument/2006/relationships/theme" Target="theme/theme10.xml"/><Relationship Id="rId45" Type="http://schemas.openxmlformats.org/officeDocument/2006/relationships/theme" Target="theme/theme11.xml"/><Relationship Id="rId46" Type="http://schemas.openxmlformats.org/officeDocument/2006/relationships/theme" Target="theme/theme12.xml"/><Relationship Id="rId47" Type="http://schemas.openxmlformats.org/officeDocument/2006/relationships/theme" Target="theme/theme13.xml"/><Relationship Id="rId48" Type="http://schemas.openxmlformats.org/officeDocument/2006/relationships/theme" Target="theme/theme14.xml"/><Relationship Id="rId49" Type="http://schemas.openxmlformats.org/officeDocument/2006/relationships/theme" Target="theme/theme15.xml"/><Relationship Id="rId50" Type="http://schemas.openxmlformats.org/officeDocument/2006/relationships/theme" Target="theme/theme16.xml"/><Relationship Id="rId51" Type="http://schemas.openxmlformats.org/officeDocument/2006/relationships/theme" Target="theme/theme17.xml"/><Relationship Id="rId52" Type="http://schemas.openxmlformats.org/officeDocument/2006/relationships/theme" Target="theme/theme18.xml"/><Relationship Id="rId53" Type="http://schemas.openxmlformats.org/officeDocument/2006/relationships/theme" Target="theme/theme19.xml"/><Relationship Id="rId54" Type="http://schemas.openxmlformats.org/officeDocument/2006/relationships/theme" Target="theme/theme20.xml"/><Relationship Id="rId55" Type="http://schemas.openxmlformats.org/officeDocument/2006/relationships/theme" Target="theme/theme21.xml"/><Relationship Id="rId56" Type="http://schemas.openxmlformats.org/officeDocument/2006/relationships/theme" Target="theme/theme22.xml"/><Relationship Id="rId57" Type="http://schemas.openxmlformats.org/officeDocument/2006/relationships/theme" Target="theme/theme23.xml"/><Relationship Id="rId58" Type="http://schemas.openxmlformats.org/officeDocument/2006/relationships/theme" Target="theme/theme24.xml"/><Relationship Id="rId59" Type="http://schemas.openxmlformats.org/officeDocument/2006/relationships/theme" Target="theme/theme25.xml"/><Relationship Id="rId60" Type="http://schemas.openxmlformats.org/officeDocument/2006/relationships/theme" Target="theme/theme26.xml"/><Relationship Id="rId61" Type="http://schemas.openxmlformats.org/officeDocument/2006/relationships/theme" Target="theme/theme27.xml"/><Relationship Id="rId62" Type="http://schemas.openxmlformats.org/officeDocument/2006/relationships/theme" Target="theme/theme28.xml"/><Relationship Id="rId63" Type="http://schemas.openxmlformats.org/officeDocument/2006/relationships/theme" Target="theme/theme29.xml"/><Relationship Id="rId64" Type="http://schemas.openxmlformats.org/officeDocument/2006/relationships/theme" Target="theme/theme30.xml"/><Relationship Id="rId65" Type="http://schemas.openxmlformats.org/officeDocument/2006/relationships/theme" Target="theme/theme31.xml"/><Relationship Id="rId66" Type="http://schemas.openxmlformats.org/officeDocument/2006/relationships/theme" Target="theme/theme32.xml"/><Relationship Id="rId67" Type="http://schemas.openxmlformats.org/officeDocument/2006/relationships/theme" Target="theme/theme33.xml"/><Relationship Id="rId68" Type="http://schemas.openxmlformats.org/officeDocument/2006/relationships/theme" Target="theme/theme34.xml"/><Relationship Id="rId69" Type="http://schemas.openxmlformats.org/officeDocument/2006/relationships/theme" Target="theme/theme35.xml"/><Relationship Id="rId70" Type="http://schemas.openxmlformats.org/officeDocument/2006/relationships/slide" Target="slides/slide1.xml"/><Relationship Id="rId71" Type="http://schemas.openxmlformats.org/officeDocument/2006/relationships/slide" Target="slides/slide2.xml"/><Relationship Id="rId72" Type="http://schemas.openxmlformats.org/officeDocument/2006/relationships/slide" Target="slides/slide3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 /><Relationship Id="rId80" Type="http://schemas.openxmlformats.org/officeDocument/2006/relationships/tableStyles" Target="tableStyles.xml" /><Relationship Id="rId8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300120" name="PlaceHolder 1"/>
          <p:cNvSpPr>
            <a:spLocks noGrp="1"/>
          </p:cNvSpPr>
          <p:nvPr>
            <p:ph type="sldImg"/>
          </p:nvPr>
        </p:nvSpPr>
        <p:spPr bwMode="auto"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defRPr/>
            </a:pPr>
            <a:r>
              <a:rPr lang="en-US" sz="4400" b="0" u="none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807143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580279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149769" name="PlaceHolder 4"/>
          <p:cNvSpPr>
            <a:spLocks noGrp="1"/>
          </p:cNvSpPr>
          <p:nvPr>
            <p:ph type="dt" idx="106"/>
          </p:nvPr>
        </p:nvSpPr>
        <p:spPr bwMode="auto"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328088" name="PlaceHolder 5"/>
          <p:cNvSpPr>
            <a:spLocks noGrp="1"/>
          </p:cNvSpPr>
          <p:nvPr>
            <p:ph type="ftr" idx="107"/>
          </p:nvPr>
        </p:nvSpPr>
        <p:spPr bwMode="auto"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236768" name="PlaceHolder 6"/>
          <p:cNvSpPr>
            <a:spLocks noGrp="1"/>
          </p:cNvSpPr>
          <p:nvPr>
            <p:ph type="sldNum" idx="108"/>
          </p:nvPr>
        </p:nvSpPr>
        <p:spPr bwMode="auto"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EBDB19E0-9FCC-4D0B-8A00-42ED345BC9D4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7117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3481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5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53B635-B34A-140C-EB9A-D4983D26D14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0675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12997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7010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12CFB0-AF1C-D3AA-2776-C1E13182E6C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0837035" name="PlaceHolder 1"/>
          <p:cNvSpPr>
            <a:spLocks noGrp="1"/>
          </p:cNvSpPr>
          <p:nvPr>
            <p:ph type="sldImg"/>
          </p:nvPr>
        </p:nvSpPr>
        <p:spPr bwMode="auto"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67956001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312959" name="PlaceHolder 3"/>
          <p:cNvSpPr>
            <a:spLocks noGrp="1"/>
          </p:cNvSpPr>
          <p:nvPr>
            <p:ph type="sldNum" idx="109"/>
          </p:nvPr>
        </p:nvSpPr>
        <p:spPr bwMode="auto"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121896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A4A6053-C3F1-4662-A7DA-524F2A3754AE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7909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41812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291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850854-ED73-80A4-C79B-E8C5294347C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538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07745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0147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1BEFA6-901B-AC95-2888-DB990EF9E7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87590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038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4953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7C7A3A-7EE5-4FA0-69A6-764D4DBAF8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78096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93848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9900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7B00A-AF56-C541-B1D2-CF705E96CF6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0682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18451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7088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65FA5F-CBFC-2FF9-5EAF-7069BE010A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0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4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368474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246664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414388" name="PlaceHolder 3"/>
          <p:cNvSpPr>
            <a:spLocks noGrp="1"/>
          </p:cNvSpPr>
          <p:nvPr>
            <p:ph type="ftr" idx="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72283632" name="PlaceHolder 4"/>
          <p:cNvSpPr>
            <a:spLocks noGrp="1"/>
          </p:cNvSpPr>
          <p:nvPr>
            <p:ph type="sldNum" idx="2"/>
          </p:nvPr>
        </p:nvSpPr>
        <p:spPr bwMode="auto"/>
        <p:txBody>
          <a:bodyPr/>
          <a:p>
            <a:pPr>
              <a:defRPr/>
            </a:pPr>
            <a:fld id="{49B5C828-E413-43B9-BC64-FA0F0C7C7138}" type="slidenum">
              <a:rPr/>
              <a:t>&lt;#&gt;</a:t>
            </a:fld>
            <a:endParaRPr/>
          </a:p>
        </p:txBody>
      </p:sp>
      <p:sp>
        <p:nvSpPr>
          <p:cNvPr id="1538982331" name="PlaceHolder 5"/>
          <p:cNvSpPr>
            <a:spLocks noGrp="1"/>
          </p:cNvSpPr>
          <p:nvPr>
            <p:ph type="dt" idx="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2512" name="PlaceHolder 1"/>
          <p:cNvSpPr>
            <a:spLocks noGrp="1"/>
          </p:cNvSpPr>
          <p:nvPr>
            <p:ph type="ftr" idx="4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814429120" name="PlaceHolder 2"/>
          <p:cNvSpPr>
            <a:spLocks noGrp="1"/>
          </p:cNvSpPr>
          <p:nvPr>
            <p:ph type="sldNum" idx="5"/>
          </p:nvPr>
        </p:nvSpPr>
        <p:spPr bwMode="auto"/>
        <p:txBody>
          <a:bodyPr/>
          <a:p>
            <a:pPr>
              <a:defRPr/>
            </a:pPr>
            <a:fld id="{19182DC9-98B8-4D75-B889-1195139FF038}" type="slidenum">
              <a:rPr/>
              <a:t>&lt;#&gt;</a:t>
            </a:fld>
            <a:endParaRPr/>
          </a:p>
        </p:txBody>
      </p:sp>
      <p:sp>
        <p:nvSpPr>
          <p:cNvPr id="1048230210" name="PlaceHolder 3"/>
          <p:cNvSpPr>
            <a:spLocks noGrp="1"/>
          </p:cNvSpPr>
          <p:nvPr>
            <p:ph type="dt" idx="6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4339073" name="PlaceHolder 1"/>
          <p:cNvSpPr>
            <a:spLocks noGrp="1"/>
          </p:cNvSpPr>
          <p:nvPr>
            <p:ph type="ftr" idx="7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887150335" name="PlaceHolder 2"/>
          <p:cNvSpPr>
            <a:spLocks noGrp="1"/>
          </p:cNvSpPr>
          <p:nvPr>
            <p:ph type="sldNum" idx="8"/>
          </p:nvPr>
        </p:nvSpPr>
        <p:spPr bwMode="auto"/>
        <p:txBody>
          <a:bodyPr/>
          <a:p>
            <a:pPr>
              <a:defRPr/>
            </a:pPr>
            <a:fld id="{0D7E1AA5-58EF-4A70-951B-8D9E397117FF}" type="slidenum">
              <a:rPr/>
              <a:t>&lt;#&gt;</a:t>
            </a:fld>
            <a:endParaRPr/>
          </a:p>
        </p:txBody>
      </p:sp>
      <p:sp>
        <p:nvSpPr>
          <p:cNvPr id="1361432764" name="PlaceHolder 3"/>
          <p:cNvSpPr>
            <a:spLocks noGrp="1"/>
          </p:cNvSpPr>
          <p:nvPr>
            <p:ph type="dt" idx="9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436734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9696356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6692735" name="PlaceHolder 3"/>
          <p:cNvSpPr>
            <a:spLocks noGrp="1"/>
          </p:cNvSpPr>
          <p:nvPr>
            <p:ph type="ftr" idx="10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626807738" name="PlaceHolder 4"/>
          <p:cNvSpPr>
            <a:spLocks noGrp="1"/>
          </p:cNvSpPr>
          <p:nvPr>
            <p:ph type="sldNum" idx="11"/>
          </p:nvPr>
        </p:nvSpPr>
        <p:spPr bwMode="auto"/>
        <p:txBody>
          <a:bodyPr/>
          <a:p>
            <a:pPr>
              <a:defRPr/>
            </a:pPr>
            <a:fld id="{CAA96349-C391-4458-B602-FA7AB087DFDB}" type="slidenum">
              <a:rPr/>
              <a:t>&lt;#&gt;</a:t>
            </a:fld>
            <a:endParaRPr/>
          </a:p>
        </p:txBody>
      </p:sp>
      <p:sp>
        <p:nvSpPr>
          <p:cNvPr id="1018044723" name="PlaceHolder 5"/>
          <p:cNvSpPr>
            <a:spLocks noGrp="1"/>
          </p:cNvSpPr>
          <p:nvPr>
            <p:ph type="dt" idx="12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053" name="PlaceHolder 1"/>
          <p:cNvSpPr>
            <a:spLocks noGrp="1"/>
          </p:cNvSpPr>
          <p:nvPr>
            <p:ph type="ftr" idx="1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96611325" name="PlaceHolder 2"/>
          <p:cNvSpPr>
            <a:spLocks noGrp="1"/>
          </p:cNvSpPr>
          <p:nvPr>
            <p:ph type="sldNum" idx="14"/>
          </p:nvPr>
        </p:nvSpPr>
        <p:spPr bwMode="auto"/>
        <p:txBody>
          <a:bodyPr/>
          <a:p>
            <a:pPr>
              <a:defRPr/>
            </a:pPr>
            <a:fld id="{84EE1F16-395D-457E-83B6-70819F18C055}" type="slidenum">
              <a:rPr/>
              <a:t>&lt;#&gt;</a:t>
            </a:fld>
            <a:endParaRPr/>
          </a:p>
        </p:txBody>
      </p:sp>
      <p:sp>
        <p:nvSpPr>
          <p:cNvPr id="1400758000" name="PlaceHolder 3"/>
          <p:cNvSpPr>
            <a:spLocks noGrp="1"/>
          </p:cNvSpPr>
          <p:nvPr>
            <p:ph type="dt" idx="1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типа объектов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150633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910646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052466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9072770" name="PlaceHolder 4"/>
          <p:cNvSpPr>
            <a:spLocks noGrp="1"/>
          </p:cNvSpPr>
          <p:nvPr>
            <p:ph type="ftr" idx="16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854910677" name="PlaceHolder 5"/>
          <p:cNvSpPr>
            <a:spLocks noGrp="1"/>
          </p:cNvSpPr>
          <p:nvPr>
            <p:ph type="sldNum" idx="17"/>
          </p:nvPr>
        </p:nvSpPr>
        <p:spPr bwMode="auto"/>
        <p:txBody>
          <a:bodyPr/>
          <a:p>
            <a:pPr>
              <a:defRPr/>
            </a:pPr>
            <a:fld id="{3628FDB4-70F7-4336-B716-A76B743BD5CB}" type="slidenum">
              <a:rPr/>
              <a:t>&lt;#&gt;</a:t>
            </a:fld>
            <a:endParaRPr/>
          </a:p>
        </p:txBody>
      </p:sp>
      <p:sp>
        <p:nvSpPr>
          <p:cNvPr id="1616609231" name="PlaceHolder 6"/>
          <p:cNvSpPr>
            <a:spLocks noGrp="1"/>
          </p:cNvSpPr>
          <p:nvPr>
            <p:ph type="dt" idx="18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3384053" name="PlaceHolder 1"/>
          <p:cNvSpPr>
            <a:spLocks noGrp="1"/>
          </p:cNvSpPr>
          <p:nvPr>
            <p:ph type="ftr" idx="19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91771145" name="PlaceHolder 2"/>
          <p:cNvSpPr>
            <a:spLocks noGrp="1"/>
          </p:cNvSpPr>
          <p:nvPr>
            <p:ph type="sldNum" idx="20"/>
          </p:nvPr>
        </p:nvSpPr>
        <p:spPr bwMode="auto"/>
        <p:txBody>
          <a:bodyPr/>
          <a:p>
            <a:pPr>
              <a:defRPr/>
            </a:pPr>
            <a:fld id="{4B929DEC-2918-450B-B74A-6793662BBBF6}" type="slidenum">
              <a:rPr/>
              <a:t>&lt;#&gt;</a:t>
            </a:fld>
            <a:endParaRPr/>
          </a:p>
        </p:txBody>
      </p:sp>
      <p:sp>
        <p:nvSpPr>
          <p:cNvPr id="524083653" name="PlaceHolder 3"/>
          <p:cNvSpPr>
            <a:spLocks noGrp="1"/>
          </p:cNvSpPr>
          <p:nvPr>
            <p:ph type="dt" idx="2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5744913" name="PlaceHolder 1"/>
          <p:cNvSpPr>
            <a:spLocks noGrp="1"/>
          </p:cNvSpPr>
          <p:nvPr>
            <p:ph type="ftr" idx="25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10517234" name="PlaceHolder 2"/>
          <p:cNvSpPr>
            <a:spLocks noGrp="1"/>
          </p:cNvSpPr>
          <p:nvPr>
            <p:ph type="sldNum" idx="26"/>
          </p:nvPr>
        </p:nvSpPr>
        <p:spPr bwMode="auto"/>
        <p:txBody>
          <a:bodyPr/>
          <a:p>
            <a:pPr>
              <a:defRPr/>
            </a:pPr>
            <a:fld id="{8D749737-028D-4BAA-8464-239EDDE035C3}" type="slidenum">
              <a:rPr/>
              <a:t>&lt;#&gt;</a:t>
            </a:fld>
            <a:endParaRPr/>
          </a:p>
        </p:txBody>
      </p:sp>
      <p:sp>
        <p:nvSpPr>
          <p:cNvPr id="748281717" name="PlaceHolder 3"/>
          <p:cNvSpPr>
            <a:spLocks noGrp="1"/>
          </p:cNvSpPr>
          <p:nvPr>
            <p:ph type="dt" idx="27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8859135" name="PlaceHolder 1"/>
          <p:cNvSpPr>
            <a:spLocks noGrp="1"/>
          </p:cNvSpPr>
          <p:nvPr>
            <p:ph type="ftr" idx="28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920419105" name="PlaceHolder 2"/>
          <p:cNvSpPr>
            <a:spLocks noGrp="1"/>
          </p:cNvSpPr>
          <p:nvPr>
            <p:ph type="sldNum" idx="29"/>
          </p:nvPr>
        </p:nvSpPr>
        <p:spPr bwMode="auto"/>
        <p:txBody>
          <a:bodyPr/>
          <a:p>
            <a:pPr>
              <a:defRPr/>
            </a:pPr>
            <a:fld id="{30AF9D34-1F89-4937-8A5A-39DBA5EEE092}" type="slidenum">
              <a:rPr/>
              <a:t>&lt;#&gt;</a:t>
            </a:fld>
            <a:endParaRPr/>
          </a:p>
        </p:txBody>
      </p:sp>
      <p:sp>
        <p:nvSpPr>
          <p:cNvPr id="1253104462" name="PlaceHolder 3"/>
          <p:cNvSpPr>
            <a:spLocks noGrp="1"/>
          </p:cNvSpPr>
          <p:nvPr>
            <p:ph type="dt" idx="30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829313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441751" name="PlaceHolder 2"/>
          <p:cNvSpPr>
            <a:spLocks noGrp="1"/>
          </p:cNvSpPr>
          <p:nvPr>
            <p:ph type="ftr" idx="3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442480079" name="PlaceHolder 3"/>
          <p:cNvSpPr>
            <a:spLocks noGrp="1"/>
          </p:cNvSpPr>
          <p:nvPr>
            <p:ph type="sldNum" idx="32"/>
          </p:nvPr>
        </p:nvSpPr>
        <p:spPr bwMode="auto"/>
        <p:txBody>
          <a:bodyPr/>
          <a:p>
            <a:pPr>
              <a:defRPr/>
            </a:pPr>
            <a:fld id="{850A064B-D6B8-44DC-9F88-4EA5CA917054}" type="slidenum">
              <a:rPr/>
              <a:t>&lt;#&gt;</a:t>
            </a:fld>
            <a:endParaRPr/>
          </a:p>
        </p:txBody>
      </p:sp>
      <p:sp>
        <p:nvSpPr>
          <p:cNvPr id="1087686300" name="PlaceHolder 4"/>
          <p:cNvSpPr>
            <a:spLocks noGrp="1"/>
          </p:cNvSpPr>
          <p:nvPr>
            <p:ph type="dt" idx="3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123117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6454655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197760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2176484" name="PlaceHolder 4"/>
          <p:cNvSpPr>
            <a:spLocks noGrp="1"/>
          </p:cNvSpPr>
          <p:nvPr>
            <p:ph type="ftr" idx="34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755552558" name="PlaceHolder 5"/>
          <p:cNvSpPr>
            <a:spLocks noGrp="1"/>
          </p:cNvSpPr>
          <p:nvPr>
            <p:ph type="sldNum" idx="35"/>
          </p:nvPr>
        </p:nvSpPr>
        <p:spPr bwMode="auto"/>
        <p:txBody>
          <a:bodyPr/>
          <a:p>
            <a:pPr>
              <a:defRPr/>
            </a:pPr>
            <a:fld id="{D97CC2D5-A8CF-450D-8FD0-A68B7676ABA1}" type="slidenum">
              <a:rPr/>
              <a:t>&lt;#&gt;</a:t>
            </a:fld>
            <a:endParaRPr/>
          </a:p>
        </p:txBody>
      </p:sp>
      <p:sp>
        <p:nvSpPr>
          <p:cNvPr id="1920771408" name="PlaceHolder 6"/>
          <p:cNvSpPr>
            <a:spLocks noGrp="1"/>
          </p:cNvSpPr>
          <p:nvPr>
            <p:ph type="dt" idx="36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Default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649473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7433382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622988" name="PlaceHolder 3"/>
          <p:cNvSpPr>
            <a:spLocks noGrp="1"/>
          </p:cNvSpPr>
          <p:nvPr>
            <p:ph type="ftr" idx="37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51515838" name="PlaceHolder 4"/>
          <p:cNvSpPr>
            <a:spLocks noGrp="1"/>
          </p:cNvSpPr>
          <p:nvPr>
            <p:ph type="sldNum" idx="38"/>
          </p:nvPr>
        </p:nvSpPr>
        <p:spPr bwMode="auto"/>
        <p:txBody>
          <a:bodyPr/>
          <a:p>
            <a:pPr>
              <a:defRPr/>
            </a:pPr>
            <a:fld id="{F8D44690-7F2C-4F19-A620-0A3ABC17AF07}" type="slidenum">
              <a:rPr/>
              <a:t>&lt;#&gt;</a:t>
            </a:fld>
            <a:endParaRPr/>
          </a:p>
        </p:txBody>
      </p:sp>
      <p:sp>
        <p:nvSpPr>
          <p:cNvPr id="2076506614" name="PlaceHolder 5"/>
          <p:cNvSpPr>
            <a:spLocks noGrp="1"/>
          </p:cNvSpPr>
          <p:nvPr>
            <p:ph type="dt" idx="39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Default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940386" name="PlaceHolder 1"/>
          <p:cNvSpPr>
            <a:spLocks noGrp="1"/>
          </p:cNvSpPr>
          <p:nvPr>
            <p:ph type="ftr" idx="40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270679201" name="PlaceHolder 2"/>
          <p:cNvSpPr>
            <a:spLocks noGrp="1"/>
          </p:cNvSpPr>
          <p:nvPr>
            <p:ph type="sldNum" idx="41"/>
          </p:nvPr>
        </p:nvSpPr>
        <p:spPr bwMode="auto"/>
        <p:txBody>
          <a:bodyPr/>
          <a:p>
            <a:pPr>
              <a:defRPr/>
            </a:pPr>
            <a:fld id="{46261BC2-8C4D-4422-9072-1F3CD94E9349}" type="slidenum">
              <a:rPr/>
              <a:t>&lt;#&gt;</a:t>
            </a:fld>
            <a:endParaRPr/>
          </a:p>
        </p:txBody>
      </p:sp>
      <p:sp>
        <p:nvSpPr>
          <p:cNvPr id="1940657540" name="PlaceHolder 3"/>
          <p:cNvSpPr>
            <a:spLocks noGrp="1"/>
          </p:cNvSpPr>
          <p:nvPr>
            <p:ph type="dt" idx="42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Default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628573" name="PlaceHolder 1"/>
          <p:cNvSpPr>
            <a:spLocks noGrp="1"/>
          </p:cNvSpPr>
          <p:nvPr>
            <p:ph type="ftr" idx="4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884080632" name="PlaceHolder 2"/>
          <p:cNvSpPr>
            <a:spLocks noGrp="1"/>
          </p:cNvSpPr>
          <p:nvPr>
            <p:ph type="sldNum" idx="44"/>
          </p:nvPr>
        </p:nvSpPr>
        <p:spPr bwMode="auto"/>
        <p:txBody>
          <a:bodyPr/>
          <a:p>
            <a:pPr>
              <a:defRPr/>
            </a:pPr>
            <a:fld id="{464B324F-CC51-4423-B50E-8CCEB91B64CB}" type="slidenum">
              <a:rPr/>
              <a:t>&lt;#&gt;</a:t>
            </a:fld>
            <a:endParaRPr/>
          </a:p>
        </p:txBody>
      </p:sp>
      <p:sp>
        <p:nvSpPr>
          <p:cNvPr id="702190052" name="PlaceHolder 3"/>
          <p:cNvSpPr>
            <a:spLocks noGrp="1"/>
          </p:cNvSpPr>
          <p:nvPr>
            <p:ph type="dt" idx="4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efault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614640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0536073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6666182" name="PlaceHolder 3"/>
          <p:cNvSpPr>
            <a:spLocks noGrp="1"/>
          </p:cNvSpPr>
          <p:nvPr>
            <p:ph type="ftr" idx="46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020203232" name="PlaceHolder 4"/>
          <p:cNvSpPr>
            <a:spLocks noGrp="1"/>
          </p:cNvSpPr>
          <p:nvPr>
            <p:ph type="sldNum" idx="47"/>
          </p:nvPr>
        </p:nvSpPr>
        <p:spPr bwMode="auto"/>
        <p:txBody>
          <a:bodyPr/>
          <a:p>
            <a:pPr>
              <a:defRPr/>
            </a:pPr>
            <a:fld id="{931967CF-F607-44E4-9988-FCA2C3481823}" type="slidenum">
              <a:rPr/>
              <a:t>&lt;#&gt;</a:t>
            </a:fld>
            <a:endParaRPr/>
          </a:p>
        </p:txBody>
      </p:sp>
      <p:sp>
        <p:nvSpPr>
          <p:cNvPr id="1443182509" name="PlaceHolder 5"/>
          <p:cNvSpPr>
            <a:spLocks noGrp="1"/>
          </p:cNvSpPr>
          <p:nvPr>
            <p:ph type="dt" idx="48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Default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13637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264267" name="PlaceHolder 2"/>
          <p:cNvSpPr>
            <a:spLocks noGrp="1"/>
          </p:cNvSpPr>
          <p:nvPr>
            <p:ph type="ftr" idx="49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49022453" name="PlaceHolder 3"/>
          <p:cNvSpPr>
            <a:spLocks noGrp="1"/>
          </p:cNvSpPr>
          <p:nvPr>
            <p:ph type="sldNum" idx="50"/>
          </p:nvPr>
        </p:nvSpPr>
        <p:spPr bwMode="auto"/>
        <p:txBody>
          <a:bodyPr/>
          <a:p>
            <a:pPr>
              <a:defRPr/>
            </a:pPr>
            <a:fld id="{8AA46327-8964-495F-894D-AC7FC1295DE5}" type="slidenum">
              <a:rPr/>
              <a:t>&lt;#&gt;</a:t>
            </a:fld>
            <a:endParaRPr/>
          </a:p>
        </p:txBody>
      </p:sp>
      <p:sp>
        <p:nvSpPr>
          <p:cNvPr id="12791626" name="PlaceHolder 4"/>
          <p:cNvSpPr>
            <a:spLocks noGrp="1"/>
          </p:cNvSpPr>
          <p:nvPr>
            <p:ph type="dt" idx="5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efault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44387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3873800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994372" name="PlaceHolder 3"/>
          <p:cNvSpPr>
            <a:spLocks noGrp="1"/>
          </p:cNvSpPr>
          <p:nvPr>
            <p:ph type="ftr" idx="5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49073178" name="PlaceHolder 4"/>
          <p:cNvSpPr>
            <a:spLocks noGrp="1"/>
          </p:cNvSpPr>
          <p:nvPr>
            <p:ph type="sldNum" idx="53"/>
          </p:nvPr>
        </p:nvSpPr>
        <p:spPr bwMode="auto"/>
        <p:txBody>
          <a:bodyPr/>
          <a:p>
            <a:pPr>
              <a:defRPr/>
            </a:pPr>
            <a:fld id="{1A458D69-9F02-439C-9DFB-08DD120BA887}" type="slidenum">
              <a:rPr/>
              <a:t>&lt;#&gt;</a:t>
            </a:fld>
            <a:endParaRPr/>
          </a:p>
        </p:txBody>
      </p:sp>
      <p:sp>
        <p:nvSpPr>
          <p:cNvPr id="1001656924" name="PlaceHolder 5"/>
          <p:cNvSpPr>
            <a:spLocks noGrp="1"/>
          </p:cNvSpPr>
          <p:nvPr>
            <p:ph type="dt" idx="54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Default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832790" name="PlaceHolder 1"/>
          <p:cNvSpPr>
            <a:spLocks noGrp="1"/>
          </p:cNvSpPr>
          <p:nvPr>
            <p:ph type="ftr" idx="55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724099962" name="PlaceHolder 2"/>
          <p:cNvSpPr>
            <a:spLocks noGrp="1"/>
          </p:cNvSpPr>
          <p:nvPr>
            <p:ph type="sldNum" idx="56"/>
          </p:nvPr>
        </p:nvSpPr>
        <p:spPr bwMode="auto"/>
        <p:txBody>
          <a:bodyPr/>
          <a:p>
            <a:pPr>
              <a:defRPr/>
            </a:pPr>
            <a:fld id="{E455429C-A9A5-4E81-906F-BC1A46B047CB}" type="slidenum">
              <a:rPr/>
              <a:t>&lt;#&gt;</a:t>
            </a:fld>
            <a:endParaRPr/>
          </a:p>
        </p:txBody>
      </p:sp>
      <p:sp>
        <p:nvSpPr>
          <p:cNvPr id="1579501007" name="PlaceHolder 3"/>
          <p:cNvSpPr>
            <a:spLocks noGrp="1"/>
          </p:cNvSpPr>
          <p:nvPr>
            <p:ph type="dt" idx="57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Default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563404" name="PlaceHolder 1"/>
          <p:cNvSpPr>
            <a:spLocks noGrp="1"/>
          </p:cNvSpPr>
          <p:nvPr>
            <p:ph type="ftr" idx="58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22874156" name="PlaceHolder 2"/>
          <p:cNvSpPr>
            <a:spLocks noGrp="1"/>
          </p:cNvSpPr>
          <p:nvPr>
            <p:ph type="sldNum" idx="59"/>
          </p:nvPr>
        </p:nvSpPr>
        <p:spPr bwMode="auto"/>
        <p:txBody>
          <a:bodyPr/>
          <a:p>
            <a:pPr>
              <a:defRPr/>
            </a:pPr>
            <a:fld id="{87DBA1D0-4CC2-4480-B645-88E4F7071920}" type="slidenum">
              <a:rPr/>
              <a:t>&lt;#&gt;</a:t>
            </a:fld>
            <a:endParaRPr/>
          </a:p>
        </p:txBody>
      </p:sp>
      <p:sp>
        <p:nvSpPr>
          <p:cNvPr id="2065465611" name="PlaceHolder 3"/>
          <p:cNvSpPr>
            <a:spLocks noGrp="1"/>
          </p:cNvSpPr>
          <p:nvPr>
            <p:ph type="dt" idx="60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Default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030202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2141781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2301579" name="PlaceHolder 3"/>
          <p:cNvSpPr>
            <a:spLocks noGrp="1"/>
          </p:cNvSpPr>
          <p:nvPr>
            <p:ph type="ftr" idx="6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564774791" name="PlaceHolder 4"/>
          <p:cNvSpPr>
            <a:spLocks noGrp="1"/>
          </p:cNvSpPr>
          <p:nvPr>
            <p:ph type="sldNum" idx="62"/>
          </p:nvPr>
        </p:nvSpPr>
        <p:spPr bwMode="auto"/>
        <p:txBody>
          <a:bodyPr/>
          <a:p>
            <a:pPr>
              <a:defRPr/>
            </a:pPr>
            <a:fld id="{EAA08F11-196E-49D8-AD60-C0091C172C59}" type="slidenum">
              <a:rPr/>
              <a:t>&lt;#&gt;</a:t>
            </a:fld>
            <a:endParaRPr/>
          </a:p>
        </p:txBody>
      </p:sp>
      <p:sp>
        <p:nvSpPr>
          <p:cNvPr id="782661697" name="PlaceHolder 5"/>
          <p:cNvSpPr>
            <a:spLocks noGrp="1"/>
          </p:cNvSpPr>
          <p:nvPr>
            <p:ph type="dt" idx="6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fault 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4226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7978171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6967405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55464" name="PlaceHolder 4"/>
          <p:cNvSpPr>
            <a:spLocks noGrp="1"/>
          </p:cNvSpPr>
          <p:nvPr>
            <p:ph type="ftr" idx="64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735999097" name="PlaceHolder 5"/>
          <p:cNvSpPr>
            <a:spLocks noGrp="1"/>
          </p:cNvSpPr>
          <p:nvPr>
            <p:ph type="sldNum" idx="65"/>
          </p:nvPr>
        </p:nvSpPr>
        <p:spPr bwMode="auto"/>
        <p:txBody>
          <a:bodyPr/>
          <a:p>
            <a:pPr>
              <a:defRPr/>
            </a:pPr>
            <a:fld id="{F12A56A9-00CB-4B37-9B89-856D916BC690}" type="slidenum">
              <a:rPr/>
              <a:t>&lt;#&gt;</a:t>
            </a:fld>
            <a:endParaRPr/>
          </a:p>
        </p:txBody>
      </p:sp>
      <p:sp>
        <p:nvSpPr>
          <p:cNvPr id="321489029" name="PlaceHolder 6"/>
          <p:cNvSpPr>
            <a:spLocks noGrp="1"/>
          </p:cNvSpPr>
          <p:nvPr>
            <p:ph type="dt" idx="66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Default 1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184180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530078" name="PlaceHolder 2"/>
          <p:cNvSpPr>
            <a:spLocks noGrp="1"/>
          </p:cNvSpPr>
          <p:nvPr>
            <p:ph type="ftr" idx="67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068042428" name="PlaceHolder 3"/>
          <p:cNvSpPr>
            <a:spLocks noGrp="1"/>
          </p:cNvSpPr>
          <p:nvPr>
            <p:ph type="sldNum" idx="68"/>
          </p:nvPr>
        </p:nvSpPr>
        <p:spPr bwMode="auto"/>
        <p:txBody>
          <a:bodyPr/>
          <a:p>
            <a:pPr>
              <a:defRPr/>
            </a:pPr>
            <a:fld id="{DD818F5D-813E-41D2-8D28-95F62AAC4AF3}" type="slidenum">
              <a:rPr/>
              <a:t>&lt;#&gt;</a:t>
            </a:fld>
            <a:endParaRPr/>
          </a:p>
        </p:txBody>
      </p:sp>
      <p:sp>
        <p:nvSpPr>
          <p:cNvPr id="643427274" name="PlaceHolder 4"/>
          <p:cNvSpPr>
            <a:spLocks noGrp="1"/>
          </p:cNvSpPr>
          <p:nvPr>
            <p:ph type="dt" idx="69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fault 1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526547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388491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4135155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1990661" name="PlaceHolder 4"/>
          <p:cNvSpPr>
            <a:spLocks noGrp="1"/>
          </p:cNvSpPr>
          <p:nvPr>
            <p:ph type="ftr" idx="70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668073052" name="PlaceHolder 5"/>
          <p:cNvSpPr>
            <a:spLocks noGrp="1"/>
          </p:cNvSpPr>
          <p:nvPr>
            <p:ph type="sldNum" idx="71"/>
          </p:nvPr>
        </p:nvSpPr>
        <p:spPr bwMode="auto"/>
        <p:txBody>
          <a:bodyPr/>
          <a:p>
            <a:pPr>
              <a:defRPr/>
            </a:pPr>
            <a:fld id="{624503BB-038A-4EFB-9309-D5A969EA438F}" type="slidenum">
              <a:rPr/>
              <a:t>&lt;#&gt;</a:t>
            </a:fld>
            <a:endParaRPr/>
          </a:p>
        </p:txBody>
      </p:sp>
      <p:sp>
        <p:nvSpPr>
          <p:cNvPr id="780346287" name="PlaceHolder 6"/>
          <p:cNvSpPr>
            <a:spLocks noGrp="1"/>
          </p:cNvSpPr>
          <p:nvPr>
            <p:ph type="dt" idx="72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Default 1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276134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1498752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440882" name="PlaceHolder 3"/>
          <p:cNvSpPr>
            <a:spLocks noGrp="1"/>
          </p:cNvSpPr>
          <p:nvPr>
            <p:ph type="ftr" idx="7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004631401" name="PlaceHolder 4"/>
          <p:cNvSpPr>
            <a:spLocks noGrp="1"/>
          </p:cNvSpPr>
          <p:nvPr>
            <p:ph type="sldNum" idx="74"/>
          </p:nvPr>
        </p:nvSpPr>
        <p:spPr bwMode="auto"/>
        <p:txBody>
          <a:bodyPr/>
          <a:p>
            <a:pPr>
              <a:defRPr/>
            </a:pPr>
            <a:fld id="{D77DC6F1-D3DD-4CD0-8C9B-C9427E667666}" type="slidenum">
              <a:rPr/>
              <a:t>&lt;#&gt;</a:t>
            </a:fld>
            <a:endParaRPr/>
          </a:p>
        </p:txBody>
      </p:sp>
      <p:sp>
        <p:nvSpPr>
          <p:cNvPr id="1043165940" name="PlaceHolder 5"/>
          <p:cNvSpPr>
            <a:spLocks noGrp="1"/>
          </p:cNvSpPr>
          <p:nvPr>
            <p:ph type="dt" idx="7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Default 1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183177" name="PlaceHolder 1"/>
          <p:cNvSpPr>
            <a:spLocks noGrp="1"/>
          </p:cNvSpPr>
          <p:nvPr>
            <p:ph type="ftr" idx="76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98710351" name="PlaceHolder 2"/>
          <p:cNvSpPr>
            <a:spLocks noGrp="1"/>
          </p:cNvSpPr>
          <p:nvPr>
            <p:ph type="sldNum" idx="77"/>
          </p:nvPr>
        </p:nvSpPr>
        <p:spPr bwMode="auto"/>
        <p:txBody>
          <a:bodyPr/>
          <a:p>
            <a:pPr>
              <a:defRPr/>
            </a:pPr>
            <a:fld id="{B559A061-26C3-4C35-85C4-155CC730C080}" type="slidenum">
              <a:rPr/>
              <a:t>&lt;#&gt;</a:t>
            </a:fld>
            <a:endParaRPr/>
          </a:p>
        </p:txBody>
      </p:sp>
      <p:sp>
        <p:nvSpPr>
          <p:cNvPr id="1942676892" name="PlaceHolder 3"/>
          <p:cNvSpPr>
            <a:spLocks noGrp="1"/>
          </p:cNvSpPr>
          <p:nvPr>
            <p:ph type="dt" idx="78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Default 1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6620481" name="PlaceHolder 1"/>
          <p:cNvSpPr>
            <a:spLocks noGrp="1"/>
          </p:cNvSpPr>
          <p:nvPr>
            <p:ph type="ftr" idx="79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391069875" name="PlaceHolder 2"/>
          <p:cNvSpPr>
            <a:spLocks noGrp="1"/>
          </p:cNvSpPr>
          <p:nvPr>
            <p:ph type="sldNum" idx="80"/>
          </p:nvPr>
        </p:nvSpPr>
        <p:spPr bwMode="auto"/>
        <p:txBody>
          <a:bodyPr/>
          <a:p>
            <a:pPr>
              <a:defRPr/>
            </a:pPr>
            <a:fld id="{87B2ADA9-C3B3-42BA-97A0-89D1BE3D3934}" type="slidenum">
              <a:rPr/>
              <a:t>&lt;#&gt;</a:t>
            </a:fld>
            <a:endParaRPr/>
          </a:p>
        </p:txBody>
      </p:sp>
      <p:sp>
        <p:nvSpPr>
          <p:cNvPr id="2105040866" name="PlaceHolder 3"/>
          <p:cNvSpPr>
            <a:spLocks noGrp="1"/>
          </p:cNvSpPr>
          <p:nvPr>
            <p:ph type="dt" idx="8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efault 1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14931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1077963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1828414" name="PlaceHolder 3"/>
          <p:cNvSpPr>
            <a:spLocks noGrp="1"/>
          </p:cNvSpPr>
          <p:nvPr>
            <p:ph type="ftr" idx="8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80526517" name="PlaceHolder 4"/>
          <p:cNvSpPr>
            <a:spLocks noGrp="1"/>
          </p:cNvSpPr>
          <p:nvPr>
            <p:ph type="sldNum" idx="83"/>
          </p:nvPr>
        </p:nvSpPr>
        <p:spPr bwMode="auto"/>
        <p:txBody>
          <a:bodyPr/>
          <a:p>
            <a:pPr>
              <a:defRPr/>
            </a:pPr>
            <a:fld id="{1CB8FD52-CF7E-420E-BE2E-D903B7BCF3EF}" type="slidenum">
              <a:rPr/>
              <a:t>&lt;#&gt;</a:t>
            </a:fld>
            <a:endParaRPr/>
          </a:p>
        </p:txBody>
      </p:sp>
      <p:sp>
        <p:nvSpPr>
          <p:cNvPr id="486911705" name="PlaceHolder 5"/>
          <p:cNvSpPr>
            <a:spLocks noGrp="1"/>
          </p:cNvSpPr>
          <p:nvPr>
            <p:ph type="dt" idx="84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Default 1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280721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956808" name="PlaceHolder 2"/>
          <p:cNvSpPr>
            <a:spLocks noGrp="1"/>
          </p:cNvSpPr>
          <p:nvPr>
            <p:ph type="ftr" idx="85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408625716" name="PlaceHolder 3"/>
          <p:cNvSpPr>
            <a:spLocks noGrp="1"/>
          </p:cNvSpPr>
          <p:nvPr>
            <p:ph type="sldNum" idx="86"/>
          </p:nvPr>
        </p:nvSpPr>
        <p:spPr bwMode="auto"/>
        <p:txBody>
          <a:bodyPr/>
          <a:p>
            <a:pPr>
              <a:defRPr/>
            </a:pPr>
            <a:fld id="{81D515C6-2859-4308-8601-A9295507F806}" type="slidenum">
              <a:rPr/>
              <a:t>&lt;#&gt;</a:t>
            </a:fld>
            <a:endParaRPr/>
          </a:p>
        </p:txBody>
      </p:sp>
      <p:sp>
        <p:nvSpPr>
          <p:cNvPr id="1397788899" name="PlaceHolder 4"/>
          <p:cNvSpPr>
            <a:spLocks noGrp="1"/>
          </p:cNvSpPr>
          <p:nvPr>
            <p:ph type="dt" idx="87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fault 1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9802007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0885029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3505338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8980712" name="PlaceHolder 4"/>
          <p:cNvSpPr>
            <a:spLocks noGrp="1"/>
          </p:cNvSpPr>
          <p:nvPr>
            <p:ph type="ftr" idx="88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449403916" name="PlaceHolder 5"/>
          <p:cNvSpPr>
            <a:spLocks noGrp="1"/>
          </p:cNvSpPr>
          <p:nvPr>
            <p:ph type="sldNum" idx="89"/>
          </p:nvPr>
        </p:nvSpPr>
        <p:spPr bwMode="auto"/>
        <p:txBody>
          <a:bodyPr/>
          <a:p>
            <a:pPr>
              <a:defRPr/>
            </a:pPr>
            <a:fld id="{28BE230C-D53E-4269-BC9C-3B5FDF9C03CE}" type="slidenum">
              <a:rPr/>
              <a:t>&lt;#&gt;</a:t>
            </a:fld>
            <a:endParaRPr/>
          </a:p>
        </p:txBody>
      </p:sp>
      <p:sp>
        <p:nvSpPr>
          <p:cNvPr id="1164746479" name="PlaceHolder 6"/>
          <p:cNvSpPr>
            <a:spLocks noGrp="1"/>
          </p:cNvSpPr>
          <p:nvPr>
            <p:ph type="dt" idx="90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Default 1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674937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3877702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2162041" name="PlaceHolder 3"/>
          <p:cNvSpPr>
            <a:spLocks noGrp="1"/>
          </p:cNvSpPr>
          <p:nvPr>
            <p:ph type="ftr" idx="9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04677175" name="PlaceHolder 4"/>
          <p:cNvSpPr>
            <a:spLocks noGrp="1"/>
          </p:cNvSpPr>
          <p:nvPr>
            <p:ph type="sldNum" idx="92"/>
          </p:nvPr>
        </p:nvSpPr>
        <p:spPr bwMode="auto"/>
        <p:txBody>
          <a:bodyPr/>
          <a:p>
            <a:pPr>
              <a:defRPr/>
            </a:pPr>
            <a:fld id="{8AE82162-B400-4FC1-BA2F-9E07E29FB811}" type="slidenum">
              <a:rPr/>
              <a:t>&lt;#&gt;</a:t>
            </a:fld>
            <a:endParaRPr/>
          </a:p>
        </p:txBody>
      </p:sp>
      <p:sp>
        <p:nvSpPr>
          <p:cNvPr id="248331316" name="PlaceHolder 5"/>
          <p:cNvSpPr>
            <a:spLocks noGrp="1"/>
          </p:cNvSpPr>
          <p:nvPr>
            <p:ph type="dt" idx="9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Default 2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04360" name="PlaceHolder 1"/>
          <p:cNvSpPr>
            <a:spLocks noGrp="1"/>
          </p:cNvSpPr>
          <p:nvPr>
            <p:ph type="ftr" idx="94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53365607" name="PlaceHolder 2"/>
          <p:cNvSpPr>
            <a:spLocks noGrp="1"/>
          </p:cNvSpPr>
          <p:nvPr>
            <p:ph type="sldNum" idx="95"/>
          </p:nvPr>
        </p:nvSpPr>
        <p:spPr bwMode="auto"/>
        <p:txBody>
          <a:bodyPr/>
          <a:p>
            <a:pPr>
              <a:defRPr/>
            </a:pPr>
            <a:fld id="{40103D9F-1A25-40B9-B987-A617587F6BD1}" type="slidenum">
              <a:rPr/>
              <a:t>&lt;#&gt;</a:t>
            </a:fld>
            <a:endParaRPr/>
          </a:p>
        </p:txBody>
      </p:sp>
      <p:sp>
        <p:nvSpPr>
          <p:cNvPr id="824427307" name="PlaceHolder 3"/>
          <p:cNvSpPr>
            <a:spLocks noGrp="1"/>
          </p:cNvSpPr>
          <p:nvPr>
            <p:ph type="dt" idx="96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Default 2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6587832" name="PlaceHolder 1"/>
          <p:cNvSpPr>
            <a:spLocks noGrp="1"/>
          </p:cNvSpPr>
          <p:nvPr>
            <p:ph type="ftr" idx="97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807883023" name="PlaceHolder 2"/>
          <p:cNvSpPr>
            <a:spLocks noGrp="1"/>
          </p:cNvSpPr>
          <p:nvPr>
            <p:ph type="sldNum" idx="98"/>
          </p:nvPr>
        </p:nvSpPr>
        <p:spPr bwMode="auto"/>
        <p:txBody>
          <a:bodyPr/>
          <a:p>
            <a:pPr>
              <a:defRPr/>
            </a:pPr>
            <a:fld id="{9FE11AA5-423C-4C71-877F-DB16E565E8BC}" type="slidenum">
              <a:rPr/>
              <a:t>&lt;#&gt;</a:t>
            </a:fld>
            <a:endParaRPr/>
          </a:p>
        </p:txBody>
      </p:sp>
      <p:sp>
        <p:nvSpPr>
          <p:cNvPr id="978719652" name="PlaceHolder 3"/>
          <p:cNvSpPr>
            <a:spLocks noGrp="1"/>
          </p:cNvSpPr>
          <p:nvPr>
            <p:ph type="dt" idx="99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efault 2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12813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453828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531317" name="PlaceHolder 3"/>
          <p:cNvSpPr>
            <a:spLocks noGrp="1"/>
          </p:cNvSpPr>
          <p:nvPr>
            <p:ph type="ftr" idx="100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45699113" name="PlaceHolder 4"/>
          <p:cNvSpPr>
            <a:spLocks noGrp="1"/>
          </p:cNvSpPr>
          <p:nvPr>
            <p:ph type="sldNum" idx="101"/>
          </p:nvPr>
        </p:nvSpPr>
        <p:spPr bwMode="auto"/>
        <p:txBody>
          <a:bodyPr/>
          <a:p>
            <a:pPr>
              <a:defRPr/>
            </a:pPr>
            <a:fld id="{94809B1D-7630-4330-B999-C5C174760D87}" type="slidenum">
              <a:rPr/>
              <a:t>&lt;#&gt;</a:t>
            </a:fld>
            <a:endParaRPr/>
          </a:p>
        </p:txBody>
      </p:sp>
      <p:sp>
        <p:nvSpPr>
          <p:cNvPr id="534725845" name="PlaceHolder 5"/>
          <p:cNvSpPr>
            <a:spLocks noGrp="1"/>
          </p:cNvSpPr>
          <p:nvPr>
            <p:ph type="dt" idx="102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4516538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30541" name="PlaceHolder 2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78278989" name="PlaceHolder 3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C3E65A05-C3CE-42CF-BCFF-1B4FC15D3895}" type="slidenum">
              <a:rPr/>
              <a:t>&lt;#&gt;</a:t>
            </a:fld>
            <a:endParaRPr/>
          </a:p>
        </p:txBody>
      </p:sp>
      <p:sp>
        <p:nvSpPr>
          <p:cNvPr id="808561348" name="PlaceHolder 4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666684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3361849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8833243" name="PlaceHolder 3"/>
          <p:cNvSpPr>
            <a:spLocks noGrp="1"/>
          </p:cNvSpPr>
          <p:nvPr>
            <p:ph/>
          </p:nvPr>
        </p:nvSpPr>
        <p:spPr bwMode="auto"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0403033" name="PlaceHolder 4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73674150" name="PlaceHolder 5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6BB7A71B-5265-4BD6-B9B0-3955A1F25746}" type="slidenum">
              <a:rPr/>
              <a:t>&lt;#&gt;</a:t>
            </a:fld>
            <a:endParaRPr/>
          </a:p>
        </p:txBody>
      </p:sp>
      <p:sp>
        <p:nvSpPr>
          <p:cNvPr id="972840609" name="PlaceHolder 6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9290213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188411" name="PlaceHolder 2"/>
          <p:cNvSpPr>
            <a:spLocks noGrp="1"/>
          </p:cNvSpPr>
          <p:nvPr>
            <p:ph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1124438" name="PlaceHolder 3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59201946" name="PlaceHolder 4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A548802D-FF50-4915-960D-2491AA9AE368}" type="slidenum">
              <a:rPr/>
              <a:t>&lt;#&gt;</a:t>
            </a:fld>
            <a:endParaRPr/>
          </a:p>
        </p:txBody>
      </p:sp>
      <p:sp>
        <p:nvSpPr>
          <p:cNvPr id="1147591549" name="PlaceHolder 5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0313987" name="PlaceHolder 1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467312713" name="PlaceHolder 2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E8717E7A-6EB7-49F9-9A11-9243CAAF0089}" type="slidenum">
              <a:rPr/>
              <a:t>&lt;#&gt;</a:t>
            </a:fld>
            <a:endParaRPr/>
          </a:p>
        </p:txBody>
      </p:sp>
      <p:sp>
        <p:nvSpPr>
          <p:cNvPr id="1647268769" name="PlaceHolder 3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4637567" name="PlaceHolder 1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443721395" name="PlaceHolder 2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6FF999E7-80B0-4E8A-ACE9-A672112262DB}" type="slidenum">
              <a:rPr/>
              <a:t>&lt;#&gt;</a:t>
            </a:fld>
            <a:endParaRPr/>
          </a:p>
        </p:txBody>
      </p:sp>
      <p:sp>
        <p:nvSpPr>
          <p:cNvPr id="1077644612" name="PlaceHolder 3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881743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9149555" name="PlaceHolder 2"/>
          <p:cNvSpPr>
            <a:spLocks noGrp="1"/>
          </p:cNvSpPr>
          <p:nvPr>
            <p:ph type="subTitle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5917626" name="PlaceHolder 3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46634951" name="PlaceHolder 4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EB18F765-D0D0-4237-915C-298C0622BDE2}" type="slidenum">
              <a:rPr/>
              <a:t>&lt;#&gt;</a:t>
            </a:fld>
            <a:endParaRPr/>
          </a:p>
        </p:txBody>
      </p:sp>
      <p:sp>
        <p:nvSpPr>
          <p:cNvPr id="779497104" name="PlaceHolder 5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Default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4922894" name="PlaceHolder 1"/>
          <p:cNvSpPr>
            <a:spLocks noGrp="1"/>
          </p:cNvSpPr>
          <p:nvPr>
            <p:ph type="ftr" idx="10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100670272" name="PlaceHolder 2"/>
          <p:cNvSpPr>
            <a:spLocks noGrp="1"/>
          </p:cNvSpPr>
          <p:nvPr>
            <p:ph type="sldNum" idx="104"/>
          </p:nvPr>
        </p:nvSpPr>
        <p:spPr bwMode="auto"/>
        <p:txBody>
          <a:bodyPr/>
          <a:p>
            <a:pPr>
              <a:defRPr/>
            </a:pPr>
            <a:fld id="{62791924-EF80-4668-8467-928E384DB909}" type="slidenum">
              <a:rPr/>
              <a:t>&lt;#&gt;</a:t>
            </a:fld>
            <a:endParaRPr/>
          </a:p>
        </p:txBody>
      </p:sp>
      <p:sp>
        <p:nvSpPr>
          <p:cNvPr id="1058281366" name="PlaceHolder 3"/>
          <p:cNvSpPr>
            <a:spLocks noGrp="1"/>
          </p:cNvSpPr>
          <p:nvPr>
            <p:ph type="dt" idx="10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3.xml"/></Relationships>
</file>

<file path=ppt/slideMasters/_rels/slideMaster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4.xml"/></Relationships>
</file>

<file path=ppt/slideMasters/_rels/slideMaster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5.xml"/></Relationships>
</file>

<file path=ppt/slideMasters/_rels/slideMaster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6.xml"/></Relationships>
</file>

<file path=ppt/slideMasters/_rels/slideMaster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7.xml"/></Relationships>
</file>

<file path=ppt/slideMasters/_rels/slideMaster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8.xml"/></Relationships>
</file>

<file path=ppt/slideMasters/_rels/slideMaster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9.xml"/></Relationships>
</file>

<file path=ppt/slideMasters/_rels/slideMaster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10.xml"/></Relationships>
</file>

<file path=ppt/slideMasters/_rels/slideMaster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11.xml"/></Relationships>
</file>

<file path=ppt/slideMasters/_rels/slideMaster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2.xml"/></Relationships>
</file>

<file path=ppt/slideMasters/_rels/slideMaster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13.xml"/></Relationships>
</file>

<file path=ppt/slideMasters/_rels/slideMaster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14.xml"/></Relationships>
</file>

<file path=ppt/slideMasters/_rels/slideMaster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theme" Target="../theme/theme15.xml"/></Relationships>
</file>

<file path=ppt/slideMasters/_rels/slideMaster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theme" Target="../theme/theme16.xml"/></Relationships>
</file>

<file path=ppt/slideMasters/_rels/slideMaster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heme" Target="../theme/theme17.xml"/></Relationships>
</file>

<file path=ppt/slideMasters/_rels/slideMaster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theme" Target="../theme/theme18.xml"/></Relationships>
</file>

<file path=ppt/slideMasters/_rels/slideMaster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theme" Target="../theme/theme19.xml"/></Relationships>
</file>

<file path=ppt/slideMasters/_rels/slideMaster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theme" Target="../theme/theme20.xml"/></Relationships>
</file>

<file path=ppt/slideMasters/_rels/slideMaster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theme" Target="../theme/theme21.xml"/></Relationships>
</file>

<file path=ppt/slideMasters/_rels/slideMaster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theme" Target="../theme/theme22.xml"/></Relationships>
</file>

<file path=ppt/slideMasters/_rels/slideMaster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theme" Target="../theme/theme23.xml"/></Relationships>
</file>

<file path=ppt/slideMasters/_rels/slideMaster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theme" Target="../theme/theme24.xml"/></Relationships>
</file>

<file path=ppt/slideMasters/_rels/slideMaster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25.xml"/></Relationships>
</file>

<file path=ppt/slideMasters/_rels/slideMaster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theme" Target="../theme/theme26.xml"/></Relationships>
</file>

<file path=ppt/slideMasters/_rels/slideMaster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theme" Target="../theme/theme27.xml"/></Relationships>
</file>

<file path=ppt/slideMasters/_rels/slideMaster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theme" Target="../theme/theme28.xml"/></Relationships>
</file>

<file path=ppt/slideMasters/_rels/slideMaster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theme" Target="../theme/theme29.xml"/></Relationships>
</file>

<file path=ppt/slideMasters/_rels/slideMaster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theme" Target="../theme/theme30.xml"/></Relationships>
</file>

<file path=ppt/slideMasters/_rels/slideMaster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theme" Target="../theme/theme31.xml"/></Relationships>
</file>

<file path=ppt/slideMasters/_rels/slideMaster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theme" Target="../theme/theme32.xml"/></Relationships>
</file>

<file path=ppt/slideMasters/_rels/slideMaster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theme" Target="../theme/theme33.xml"/></Relationships>
</file>

<file path=ppt/slideMasters/_rels/slideMaster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theme" Target="../theme/theme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8193925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173347725" name="диагонали"/>
          <p:cNvGrpSpPr/>
          <p:nvPr/>
        </p:nvGrpSpPr>
        <p:grpSpPr bwMode="auto">
          <a:xfrm>
            <a:off x="7516440" y="4145040"/>
            <a:ext cx="4687560" cy="2732760"/>
            <a:chOff x="7516440" y="4145040"/>
            <a:chExt cx="4687560" cy="2732760"/>
          </a:xfrm>
        </p:grpSpPr>
        <p:cxnSp>
          <p:nvCxnSpPr>
            <p:cNvPr id="5" name="Прямая соединительная линия 13"/>
            <p:cNvCxnSpPr/>
            <p:nvPr/>
          </p:nvCxnSpPr>
          <p:spPr bwMode="auto">
            <a:xfrm flipV="1">
              <a:off x="7516440" y="4145040"/>
              <a:ext cx="4687920" cy="2718000"/>
            </a:xfrm>
            <a:prstGeom prst="straightConnector1">
              <a:avLst/>
            </a:prstGeom>
            <a:ln w="38100">
              <a:solidFill>
                <a:srgbClr val="007373"/>
              </a:solidFill>
              <a:round/>
            </a:ln>
          </p:spPr>
        </p:cxnSp>
        <p:cxnSp>
          <p:nvCxnSpPr>
            <p:cNvPr id="6" name="Прямая соединительная линия 16"/>
            <p:cNvCxnSpPr/>
            <p:nvPr/>
          </p:nvCxnSpPr>
          <p:spPr bwMode="auto">
            <a:xfrm flipV="1">
              <a:off x="8003880" y="4444920"/>
              <a:ext cx="4200480" cy="2433240"/>
            </a:xfrm>
            <a:prstGeom prst="straightConnector1">
              <a:avLst/>
            </a:prstGeom>
            <a:ln w="28575">
              <a:solidFill>
                <a:srgbClr val="007373"/>
              </a:solidFill>
              <a:round/>
            </a:ln>
          </p:spPr>
        </p:cxnSp>
        <p:cxnSp>
          <p:nvCxnSpPr>
            <p:cNvPr id="7" name="Прямая соединительная линия 18"/>
            <p:cNvCxnSpPr/>
            <p:nvPr/>
          </p:nvCxnSpPr>
          <p:spPr bwMode="auto">
            <a:xfrm flipV="1">
              <a:off x="8515440" y="4732920"/>
              <a:ext cx="3688920" cy="2135520"/>
            </a:xfrm>
            <a:prstGeom prst="straightConnector1">
              <a:avLst/>
            </a:prstGeom>
            <a:ln w="0">
              <a:solidFill>
                <a:srgbClr val="004D4D"/>
              </a:solidFill>
            </a:ln>
          </p:spPr>
        </p:cxnSp>
      </p:grpSp>
      <p:grpSp>
        <p:nvGrpSpPr>
          <p:cNvPr id="1574867852" name="линии снизу"/>
          <p:cNvGrpSpPr/>
          <p:nvPr/>
        </p:nvGrpSpPr>
        <p:grpSpPr bwMode="auto">
          <a:xfrm>
            <a:off x="-10440" y="6058800"/>
            <a:ext cx="5498640" cy="818640"/>
            <a:chOff x="-10440" y="6058800"/>
            <a:chExt cx="5498640" cy="818640"/>
          </a:xfrm>
        </p:grpSpPr>
        <p:sp>
          <p:nvSpPr>
            <p:cNvPr id="9" name="Полилиния 8"/>
            <p:cNvSpPr/>
            <p:nvPr/>
          </p:nvSpPr>
          <p:spPr bwMode="auto">
            <a:xfrm rot="16199998">
              <a:off x="2338200" y="3724200"/>
              <a:ext cx="815400" cy="5484240"/>
            </a:xfrm>
            <a:custGeom>
              <a:avLst/>
              <a:gdLst>
                <a:gd name="textAreaLeft" fmla="*/ 0 w 815400"/>
                <a:gd name="textAreaRight" fmla="*/ 817200 w 815400"/>
                <a:gd name="textAreaTop" fmla="*/ 0 h 5484240"/>
                <a:gd name="textAreaBottom" fmla="*/ 5486040 h 5484240"/>
              </a:gdLst>
              <a:ahLst/>
              <a:cxnLst/>
              <a:rect l="textAreaLeft" t="textAreaTop" r="textAreaRight" b="textAreaBottom"/>
              <a:pathLst>
                <a:path w="612775" h="4115481" fill="norm" stroke="1" extrusionOk="0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" name="Полилиния 9"/>
            <p:cNvSpPr/>
            <p:nvPr/>
          </p:nvSpPr>
          <p:spPr bwMode="auto">
            <a:xfrm rot="16199998">
              <a:off x="2138760" y="4191840"/>
              <a:ext cx="545760" cy="48254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825440"/>
                <a:gd name="textAreaBottom" fmla="*/ 4827240 h 4825440"/>
              </a:gdLst>
              <a:ahLst/>
              <a:cxnLst/>
              <a:rect l="textAreaLeft" t="textAreaTop" r="textAreaRight" b="textAreaBottom"/>
              <a:pathLst>
                <a:path w="410751" h="3621427" fill="norm" stroke="1" extrusionOk="0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" name="Полилиния 10"/>
            <p:cNvSpPr/>
            <p:nvPr/>
          </p:nvSpPr>
          <p:spPr bwMode="auto">
            <a:xfrm rot="16199998">
              <a:off x="1947600" y="4592160"/>
              <a:ext cx="320400" cy="4236840"/>
            </a:xfrm>
            <a:custGeom>
              <a:avLst/>
              <a:gdLst>
                <a:gd name="textAreaLeft" fmla="*/ 0 w 320400"/>
                <a:gd name="textAreaRight" fmla="*/ 322200 w 320400"/>
                <a:gd name="textAreaTop" fmla="*/ 0 h 4236840"/>
                <a:gd name="textAreaBottom" fmla="*/ 4238640 h 4236840"/>
              </a:gdLst>
              <a:ahLst/>
              <a:cxnLst/>
              <a:rect l="textAreaLeft" t="textAreaTop" r="textAreaRight" b="textAreaBottom"/>
              <a:pathLst>
                <a:path w="241768" h="3179761" fill="norm" stroke="1" extrusionOk="0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606103842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4569184" name="PlaceHolder 2"/>
          <p:cNvSpPr>
            <a:spLocks noGrp="1"/>
          </p:cNvSpPr>
          <p:nvPr>
            <p:ph type="ftr" idx="1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258012" name="PlaceHolder 3"/>
          <p:cNvSpPr>
            <a:spLocks noGrp="1"/>
          </p:cNvSpPr>
          <p:nvPr>
            <p:ph type="sldNum" idx="2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62579CC-683A-406A-8B82-358D9A582241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7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3532236" name="PlaceHolder 4"/>
          <p:cNvSpPr>
            <a:spLocks noGrp="1"/>
          </p:cNvSpPr>
          <p:nvPr>
            <p:ph type="dt" idx="3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1443471" name="PlaceHolder 5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7195440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0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1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397447729" name="PlaceHolder 1"/>
          <p:cNvSpPr>
            <a:spLocks noGrp="1"/>
          </p:cNvSpPr>
          <p:nvPr>
            <p:ph type="ftr" idx="4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1589142" name="PlaceHolder 2"/>
          <p:cNvSpPr>
            <a:spLocks noGrp="1"/>
          </p:cNvSpPr>
          <p:nvPr>
            <p:ph type="sldNum" idx="5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1A15E4C1-0822-480C-B9CA-E581C89E1555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3450558" name="PlaceHolder 3"/>
          <p:cNvSpPr>
            <a:spLocks noGrp="1"/>
          </p:cNvSpPr>
          <p:nvPr>
            <p:ph type="dt" idx="6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</p:sldLayoutId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28233935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7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8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913138647" name="PlaceHolder 1"/>
          <p:cNvSpPr>
            <a:spLocks noGrp="1"/>
          </p:cNvSpPr>
          <p:nvPr>
            <p:ph type="ftr" idx="7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4625061" name="PlaceHolder 2"/>
          <p:cNvSpPr>
            <a:spLocks noGrp="1"/>
          </p:cNvSpPr>
          <p:nvPr>
            <p:ph type="sldNum" idx="8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C162D761-1FE4-4490-B18D-36CE5473CA6E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886733" name="PlaceHolder 3"/>
          <p:cNvSpPr>
            <a:spLocks noGrp="1"/>
          </p:cNvSpPr>
          <p:nvPr>
            <p:ph type="dt" idx="9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3" r:id="rId1"/>
  </p:sldLayoutId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01825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34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5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6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834319475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133538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6703070" name="PlaceHolder 3"/>
          <p:cNvSpPr>
            <a:spLocks noGrp="1"/>
          </p:cNvSpPr>
          <p:nvPr>
            <p:ph type="ftr" idx="10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0191604" name="PlaceHolder 4"/>
          <p:cNvSpPr>
            <a:spLocks noGrp="1"/>
          </p:cNvSpPr>
          <p:nvPr>
            <p:ph type="sldNum" idx="11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CC1EA5C-B74F-46C9-A580-41DF653E4ABA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3764331" name="PlaceHolder 5"/>
          <p:cNvSpPr>
            <a:spLocks noGrp="1"/>
          </p:cNvSpPr>
          <p:nvPr>
            <p:ph type="dt" idx="12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5" r:id="rId1"/>
  </p:sldLayoutId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0578458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4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398779684" name="диагонали"/>
          <p:cNvGrpSpPr/>
          <p:nvPr/>
        </p:nvGrpSpPr>
        <p:grpSpPr bwMode="auto">
          <a:xfrm>
            <a:off x="7516440" y="4145040"/>
            <a:ext cx="4687560" cy="2732760"/>
            <a:chOff x="7516440" y="4145040"/>
            <a:chExt cx="4687560" cy="2732760"/>
          </a:xfrm>
        </p:grpSpPr>
        <p:cxnSp>
          <p:nvCxnSpPr>
            <p:cNvPr id="49" name="Прямая соединительная линия 11"/>
            <p:cNvCxnSpPr/>
            <p:nvPr/>
          </p:nvCxnSpPr>
          <p:spPr bwMode="auto">
            <a:xfrm flipV="1">
              <a:off x="7516440" y="4145040"/>
              <a:ext cx="4687920" cy="2718000"/>
            </a:xfrm>
            <a:prstGeom prst="straightConnector1">
              <a:avLst/>
            </a:prstGeom>
            <a:ln w="38100">
              <a:solidFill>
                <a:srgbClr val="007373"/>
              </a:solidFill>
              <a:round/>
            </a:ln>
          </p:spPr>
        </p:cxnSp>
        <p:cxnSp>
          <p:nvCxnSpPr>
            <p:cNvPr id="50" name="Прямая соединительная линия 12"/>
            <p:cNvCxnSpPr/>
            <p:nvPr/>
          </p:nvCxnSpPr>
          <p:spPr bwMode="auto">
            <a:xfrm flipV="1">
              <a:off x="8003880" y="4444920"/>
              <a:ext cx="4200480" cy="2433240"/>
            </a:xfrm>
            <a:prstGeom prst="straightConnector1">
              <a:avLst/>
            </a:prstGeom>
            <a:ln w="28575">
              <a:solidFill>
                <a:srgbClr val="007373"/>
              </a:solidFill>
              <a:round/>
            </a:ln>
          </p:spPr>
        </p:cxnSp>
        <p:cxnSp>
          <p:nvCxnSpPr>
            <p:cNvPr id="51" name="Прямая соединительная линия 13"/>
            <p:cNvCxnSpPr/>
            <p:nvPr/>
          </p:nvCxnSpPr>
          <p:spPr bwMode="auto">
            <a:xfrm flipV="1">
              <a:off x="8515440" y="4732920"/>
              <a:ext cx="3688920" cy="2135520"/>
            </a:xfrm>
            <a:prstGeom prst="straightConnector1">
              <a:avLst/>
            </a:prstGeom>
            <a:ln w="0">
              <a:solidFill>
                <a:srgbClr val="004D4D"/>
              </a:solidFill>
            </a:ln>
          </p:spPr>
        </p:cxnSp>
      </p:grpSp>
      <p:sp>
        <p:nvSpPr>
          <p:cNvPr id="1709652800" name="PlaceHolder 1"/>
          <p:cNvSpPr>
            <a:spLocks noGrp="1"/>
          </p:cNvSpPr>
          <p:nvPr>
            <p:ph type="ftr" idx="13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1524094" name="PlaceHolder 2"/>
          <p:cNvSpPr>
            <a:spLocks noGrp="1"/>
          </p:cNvSpPr>
          <p:nvPr>
            <p:ph type="sldNum" idx="14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785AC6C8-CFDC-4AC9-95E8-D3DAF8B58DDB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7504130" name="PlaceHolder 3"/>
          <p:cNvSpPr>
            <a:spLocks noGrp="1"/>
          </p:cNvSpPr>
          <p:nvPr>
            <p:ph type="dt" idx="15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7" r:id="rId1"/>
  </p:sldLayoutId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50770685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56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7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4413474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0622756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2477" name="PlaceHolder 3"/>
          <p:cNvSpPr>
            <a:spLocks noGrp="1"/>
          </p:cNvSpPr>
          <p:nvPr>
            <p:ph type="body"/>
          </p:nvPr>
        </p:nvSpPr>
        <p:spPr bwMode="auto"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5176706" name="PlaceHolder 4"/>
          <p:cNvSpPr>
            <a:spLocks noGrp="1"/>
          </p:cNvSpPr>
          <p:nvPr>
            <p:ph type="ftr" idx="16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708584" name="PlaceHolder 5"/>
          <p:cNvSpPr>
            <a:spLocks noGrp="1"/>
          </p:cNvSpPr>
          <p:nvPr>
            <p:ph type="sldNum" idx="17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F661D04-F771-4928-B95C-9DC820F2945F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1387683" name="PlaceHolder 6"/>
          <p:cNvSpPr>
            <a:spLocks noGrp="1"/>
          </p:cNvSpPr>
          <p:nvPr>
            <p:ph type="dt" idx="18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9" r:id="rId1"/>
  </p:sldLayoutId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5455307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69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0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655099579" name="PlaceHolder 1"/>
          <p:cNvSpPr>
            <a:spLocks noGrp="1"/>
          </p:cNvSpPr>
          <p:nvPr>
            <p:ph type="ftr" idx="19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5075292" name="PlaceHolder 2"/>
          <p:cNvSpPr>
            <a:spLocks noGrp="1"/>
          </p:cNvSpPr>
          <p:nvPr>
            <p:ph type="sldNum" idx="20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E4CD214-4C34-4220-9FD1-244C742EDF3C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0796404" name="PlaceHolder 3"/>
          <p:cNvSpPr>
            <a:spLocks noGrp="1"/>
          </p:cNvSpPr>
          <p:nvPr>
            <p:ph type="dt" idx="21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6854489" name="PlaceHolder 4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r>
              <a:rPr lang="en-US" sz="44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54735" name="PlaceHolder 5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</p:sldLayoutId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666928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88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9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0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43852604" name="PlaceHolder 1"/>
          <p:cNvSpPr>
            <a:spLocks noGrp="1"/>
          </p:cNvSpPr>
          <p:nvPr>
            <p:ph type="ftr" idx="25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2638445" name="PlaceHolder 2"/>
          <p:cNvSpPr>
            <a:spLocks noGrp="1"/>
          </p:cNvSpPr>
          <p:nvPr>
            <p:ph type="sldNum" idx="26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BC40657-5F7C-42B9-B9D2-4BD99CD7993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9447882" name="PlaceHolder 3"/>
          <p:cNvSpPr>
            <a:spLocks noGrp="1"/>
          </p:cNvSpPr>
          <p:nvPr>
            <p:ph type="dt" idx="27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3" r:id="rId1"/>
  </p:sldLayoutId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9042721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9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354598220" name="PlaceHolder 1"/>
          <p:cNvSpPr>
            <a:spLocks noGrp="1"/>
          </p:cNvSpPr>
          <p:nvPr>
            <p:ph type="ftr" idx="28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1655084" name="PlaceHolder 2"/>
          <p:cNvSpPr>
            <a:spLocks noGrp="1"/>
          </p:cNvSpPr>
          <p:nvPr>
            <p:ph type="sldNum" idx="29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7E9DC136-913A-4DAE-969B-F0EDA4E90C16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6496828" name="PlaceHolder 3"/>
          <p:cNvSpPr>
            <a:spLocks noGrp="1"/>
          </p:cNvSpPr>
          <p:nvPr>
            <p:ph type="dt" idx="30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5" r:id="rId1"/>
  </p:sldLayoutId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4035296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02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3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4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35688161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342494" name="PlaceHolder 2"/>
          <p:cNvSpPr>
            <a:spLocks noGrp="1"/>
          </p:cNvSpPr>
          <p:nvPr>
            <p:ph type="ftr" idx="31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7944646" name="PlaceHolder 3"/>
          <p:cNvSpPr>
            <a:spLocks noGrp="1"/>
          </p:cNvSpPr>
          <p:nvPr>
            <p:ph type="sldNum" idx="32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B2BAC9B-B9FD-42DB-BDAC-1741F1995396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727766" name="PlaceHolder 4"/>
          <p:cNvSpPr>
            <a:spLocks noGrp="1"/>
          </p:cNvSpPr>
          <p:nvPr>
            <p:ph type="dt" idx="33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7" r:id="rId1"/>
  </p:sldLayoutId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26661734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11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2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3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6060214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2936149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534137" name="PlaceHolder 3"/>
          <p:cNvSpPr>
            <a:spLocks noGrp="1"/>
          </p:cNvSpPr>
          <p:nvPr>
            <p:ph type="body"/>
          </p:nvPr>
        </p:nvSpPr>
        <p:spPr bwMode="auto"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183837" name="PlaceHolder 4"/>
          <p:cNvSpPr>
            <a:spLocks noGrp="1"/>
          </p:cNvSpPr>
          <p:nvPr>
            <p:ph type="ftr" idx="34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9894596" name="PlaceHolder 5"/>
          <p:cNvSpPr>
            <a:spLocks noGrp="1"/>
          </p:cNvSpPr>
          <p:nvPr>
            <p:ph type="sldNum" idx="35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A6E4DDF-6309-450B-B276-F4C78D204CA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196842" name="PlaceHolder 6"/>
          <p:cNvSpPr>
            <a:spLocks noGrp="1"/>
          </p:cNvSpPr>
          <p:nvPr>
            <p:ph type="dt" idx="36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9" r:id="rId1"/>
  </p:sldLayoutId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02753137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24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5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6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444908111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460968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525944" name="PlaceHolder 3"/>
          <p:cNvSpPr>
            <a:spLocks noGrp="1"/>
          </p:cNvSpPr>
          <p:nvPr>
            <p:ph type="ftr" idx="37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8666945" name="PlaceHolder 4"/>
          <p:cNvSpPr>
            <a:spLocks noGrp="1"/>
          </p:cNvSpPr>
          <p:nvPr>
            <p:ph type="sldNum" idx="38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B661C03-9AF4-47FA-A5DC-31C31BD786BA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8011979" name="PlaceHolder 5"/>
          <p:cNvSpPr>
            <a:spLocks noGrp="1"/>
          </p:cNvSpPr>
          <p:nvPr>
            <p:ph type="dt" idx="39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1" r:id="rId1"/>
  </p:sldLayoutId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32958019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3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640559326" name="PlaceHolder 1"/>
          <p:cNvSpPr>
            <a:spLocks noGrp="1"/>
          </p:cNvSpPr>
          <p:nvPr>
            <p:ph type="ftr" idx="40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1051509" name="PlaceHolder 2"/>
          <p:cNvSpPr>
            <a:spLocks noGrp="1"/>
          </p:cNvSpPr>
          <p:nvPr>
            <p:ph type="sldNum" idx="41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D87D2D0-7879-4552-919E-312549B5F7C0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6810310" name="PlaceHolder 3"/>
          <p:cNvSpPr>
            <a:spLocks noGrp="1"/>
          </p:cNvSpPr>
          <p:nvPr>
            <p:ph type="dt" idx="42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</p:sldLayoutId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9503443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42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43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44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554440091" name="PlaceHolder 1"/>
          <p:cNvSpPr>
            <a:spLocks noGrp="1"/>
          </p:cNvSpPr>
          <p:nvPr>
            <p:ph type="ftr" idx="43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2335602" name="PlaceHolder 2"/>
          <p:cNvSpPr>
            <a:spLocks noGrp="1"/>
          </p:cNvSpPr>
          <p:nvPr>
            <p:ph type="sldNum" idx="44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7DA4C0D-7A08-4D1D-A009-7741BF29C9D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7630029" name="PlaceHolder 3"/>
          <p:cNvSpPr>
            <a:spLocks noGrp="1"/>
          </p:cNvSpPr>
          <p:nvPr>
            <p:ph type="dt" idx="45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5" r:id="rId1"/>
  </p:sldLayoutId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9756504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49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50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51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320030757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281894" name="PlaceHolder 2"/>
          <p:cNvSpPr>
            <a:spLocks noGrp="1"/>
          </p:cNvSpPr>
          <p:nvPr>
            <p:ph type="ftr" idx="46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1743630" name="PlaceHolder 3"/>
          <p:cNvSpPr>
            <a:spLocks noGrp="1"/>
          </p:cNvSpPr>
          <p:nvPr>
            <p:ph type="sldNum" idx="47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DEA363E-C9A3-4909-A06F-333172B8AEE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9381878" name="PlaceHolder 4"/>
          <p:cNvSpPr>
            <a:spLocks noGrp="1"/>
          </p:cNvSpPr>
          <p:nvPr>
            <p:ph type="dt" idx="48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7" r:id="rId1"/>
  </p:sldLayoutIdLst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586138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59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60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61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45852022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762039" name="PlaceHolder 2"/>
          <p:cNvSpPr>
            <a:spLocks noGrp="1"/>
          </p:cNvSpPr>
          <p:nvPr>
            <p:ph type="ftr" idx="49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9378580" name="PlaceHolder 3"/>
          <p:cNvSpPr>
            <a:spLocks noGrp="1"/>
          </p:cNvSpPr>
          <p:nvPr>
            <p:ph type="sldNum" idx="50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B2E4041-37A2-40E4-B53C-14FD414C5E1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0024729" name="PlaceHolder 4"/>
          <p:cNvSpPr>
            <a:spLocks noGrp="1"/>
          </p:cNvSpPr>
          <p:nvPr>
            <p:ph type="dt" idx="51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</p:sldLayoutIdLst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86799342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68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69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70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892966158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924763" name="PlaceHolder 2"/>
          <p:cNvSpPr>
            <a:spLocks noGrp="1"/>
          </p:cNvSpPr>
          <p:nvPr>
            <p:ph type="ftr" idx="52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2307151" name="PlaceHolder 3"/>
          <p:cNvSpPr>
            <a:spLocks noGrp="1"/>
          </p:cNvSpPr>
          <p:nvPr>
            <p:ph type="sldNum" idx="53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748D068-B416-4130-A3D9-BD41F595055A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5397384" name="PlaceHolder 4"/>
          <p:cNvSpPr>
            <a:spLocks noGrp="1"/>
          </p:cNvSpPr>
          <p:nvPr>
            <p:ph type="dt" idx="54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1" r:id="rId1"/>
  </p:sldLayoutIdLst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2090961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78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79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80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970139221" name="PlaceHolder 1"/>
          <p:cNvSpPr>
            <a:spLocks noGrp="1"/>
          </p:cNvSpPr>
          <p:nvPr>
            <p:ph type="ftr" idx="55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9871980" name="PlaceHolder 2"/>
          <p:cNvSpPr>
            <a:spLocks noGrp="1"/>
          </p:cNvSpPr>
          <p:nvPr>
            <p:ph type="sldNum" idx="56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CED20016-7B24-44C9-A793-E97E2D0EB82A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4555577" name="PlaceHolder 3"/>
          <p:cNvSpPr>
            <a:spLocks noGrp="1"/>
          </p:cNvSpPr>
          <p:nvPr>
            <p:ph type="dt" idx="57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3" r:id="rId1"/>
  </p:sldLayoutIdLst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897364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8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8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8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248635383" name="PlaceHolder 1"/>
          <p:cNvSpPr>
            <a:spLocks noGrp="1"/>
          </p:cNvSpPr>
          <p:nvPr>
            <p:ph type="ftr" idx="58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4943983" name="PlaceHolder 2"/>
          <p:cNvSpPr>
            <a:spLocks noGrp="1"/>
          </p:cNvSpPr>
          <p:nvPr>
            <p:ph type="sldNum" idx="59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C63C3501-2209-4E08-8A81-1B2591DDFCE0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1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9715595" name="PlaceHolder 3"/>
          <p:cNvSpPr>
            <a:spLocks noGrp="1"/>
          </p:cNvSpPr>
          <p:nvPr>
            <p:ph type="dt" idx="60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</p:sldLayoutIdLst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05902120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192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93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94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2101925974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1773995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025250" name="PlaceHolder 3"/>
          <p:cNvSpPr>
            <a:spLocks noGrp="1"/>
          </p:cNvSpPr>
          <p:nvPr>
            <p:ph type="ftr" idx="61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9338366" name="PlaceHolder 4"/>
          <p:cNvSpPr>
            <a:spLocks noGrp="1"/>
          </p:cNvSpPr>
          <p:nvPr>
            <p:ph type="sldNum" idx="62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8475F22-CC83-42DD-AA60-95157B5083E7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928472" name="PlaceHolder 5"/>
          <p:cNvSpPr>
            <a:spLocks noGrp="1"/>
          </p:cNvSpPr>
          <p:nvPr>
            <p:ph type="dt" idx="63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7" r:id="rId1"/>
  </p:sldLayoutIdLst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47241844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03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4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5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079253582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355012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859405" name="PlaceHolder 3"/>
          <p:cNvSpPr>
            <a:spLocks noGrp="1"/>
          </p:cNvSpPr>
          <p:nvPr>
            <p:ph type="body"/>
          </p:nvPr>
        </p:nvSpPr>
        <p:spPr bwMode="auto"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1006763" name="PlaceHolder 4"/>
          <p:cNvSpPr>
            <a:spLocks noGrp="1"/>
          </p:cNvSpPr>
          <p:nvPr>
            <p:ph type="ftr" idx="64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7904679" name="PlaceHolder 5"/>
          <p:cNvSpPr>
            <a:spLocks noGrp="1"/>
          </p:cNvSpPr>
          <p:nvPr>
            <p:ph type="sldNum" idx="65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8B47C41-F781-4180-83C1-04EF07F0C198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1408276" name="PlaceHolder 6"/>
          <p:cNvSpPr>
            <a:spLocks noGrp="1"/>
          </p:cNvSpPr>
          <p:nvPr>
            <p:ph type="dt" idx="66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9" r:id="rId1"/>
  </p:sldLayoutIdLst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0323290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16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17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18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25666082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2946352" name="PlaceHolder 2"/>
          <p:cNvSpPr>
            <a:spLocks noGrp="1"/>
          </p:cNvSpPr>
          <p:nvPr>
            <p:ph type="ftr" idx="67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543227" name="PlaceHolder 3"/>
          <p:cNvSpPr>
            <a:spLocks noGrp="1"/>
          </p:cNvSpPr>
          <p:nvPr>
            <p:ph type="sldNum" idx="68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808B7D7-B18C-461F-8BEB-98D858E3E747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9051942" name="PlaceHolder 4"/>
          <p:cNvSpPr>
            <a:spLocks noGrp="1"/>
          </p:cNvSpPr>
          <p:nvPr>
            <p:ph type="dt" idx="69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</p:sldLayoutIdLst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39569742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2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853226560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4654202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0368453" name="PlaceHolder 3"/>
          <p:cNvSpPr>
            <a:spLocks noGrp="1"/>
          </p:cNvSpPr>
          <p:nvPr>
            <p:ph type="body"/>
          </p:nvPr>
        </p:nvSpPr>
        <p:spPr bwMode="auto"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8385776" name="PlaceHolder 4"/>
          <p:cNvSpPr>
            <a:spLocks noGrp="1"/>
          </p:cNvSpPr>
          <p:nvPr>
            <p:ph type="ftr" idx="70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42954" name="PlaceHolder 5"/>
          <p:cNvSpPr>
            <a:spLocks noGrp="1"/>
          </p:cNvSpPr>
          <p:nvPr>
            <p:ph type="sldNum" idx="71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584B84C-EE06-4B89-954F-82D4DD61C9E7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5644895" name="PlaceHolder 6"/>
          <p:cNvSpPr>
            <a:spLocks noGrp="1"/>
          </p:cNvSpPr>
          <p:nvPr>
            <p:ph type="dt" idx="72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3" r:id="rId1"/>
  </p:sldLayoutIdLst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33783966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38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39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40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73739914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346154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4385211" name="PlaceHolder 3"/>
          <p:cNvSpPr>
            <a:spLocks noGrp="1"/>
          </p:cNvSpPr>
          <p:nvPr>
            <p:ph type="ftr" idx="73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3185562" name="PlaceHolder 4"/>
          <p:cNvSpPr>
            <a:spLocks noGrp="1"/>
          </p:cNvSpPr>
          <p:nvPr>
            <p:ph type="sldNum" idx="74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1A8412D-844C-4FA1-A96F-0F7FD5A583A5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2401023" name="PlaceHolder 5"/>
          <p:cNvSpPr>
            <a:spLocks noGrp="1"/>
          </p:cNvSpPr>
          <p:nvPr>
            <p:ph type="dt" idx="75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5" r:id="rId1"/>
  </p:sldLayoutIdLst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6775332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49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50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51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2063760253" name="PlaceHolder 1"/>
          <p:cNvSpPr>
            <a:spLocks noGrp="1"/>
          </p:cNvSpPr>
          <p:nvPr>
            <p:ph type="ftr" idx="76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055622" name="PlaceHolder 2"/>
          <p:cNvSpPr>
            <a:spLocks noGrp="1"/>
          </p:cNvSpPr>
          <p:nvPr>
            <p:ph type="sldNum" idx="77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3643707-A6B1-4054-B3A9-5B0437FE6F53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6248176" name="PlaceHolder 3"/>
          <p:cNvSpPr>
            <a:spLocks noGrp="1"/>
          </p:cNvSpPr>
          <p:nvPr>
            <p:ph type="dt" idx="78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</p:sldLayoutIdLst>
</p:sldMaster>
</file>

<file path=ppt/slideMasters/slideMaster26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1917072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56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57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58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628738902" name="PlaceHolder 1"/>
          <p:cNvSpPr>
            <a:spLocks noGrp="1"/>
          </p:cNvSpPr>
          <p:nvPr>
            <p:ph type="ftr" idx="79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710827" name="PlaceHolder 2"/>
          <p:cNvSpPr>
            <a:spLocks noGrp="1"/>
          </p:cNvSpPr>
          <p:nvPr>
            <p:ph type="sldNum" idx="80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C96E6696-FD31-476C-9E85-F4836E3FE9AC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818321" name="PlaceHolder 3"/>
          <p:cNvSpPr>
            <a:spLocks noGrp="1"/>
          </p:cNvSpPr>
          <p:nvPr>
            <p:ph type="dt" idx="81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9" r:id="rId1"/>
  </p:sldLayoutIdLst>
</p:sldMaster>
</file>

<file path=ppt/slideMasters/slideMaster27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643650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63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64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65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280816126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497606" name="PlaceHolder 2"/>
          <p:cNvSpPr>
            <a:spLocks noGrp="1"/>
          </p:cNvSpPr>
          <p:nvPr>
            <p:ph type="ftr" idx="82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126820" name="PlaceHolder 3"/>
          <p:cNvSpPr>
            <a:spLocks noGrp="1"/>
          </p:cNvSpPr>
          <p:nvPr>
            <p:ph type="sldNum" idx="83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5042ED9-6CB0-4C2C-ABE3-BC6E4D84D584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5915435" name="PlaceHolder 4"/>
          <p:cNvSpPr>
            <a:spLocks noGrp="1"/>
          </p:cNvSpPr>
          <p:nvPr>
            <p:ph type="dt" idx="84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01" r:id="rId1"/>
  </p:sldLayoutIdLst>
</p:sldMaster>
</file>

<file path=ppt/slideMasters/slideMaster28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9192461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73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74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75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31406925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9081770" name="PlaceHolder 2"/>
          <p:cNvSpPr>
            <a:spLocks noGrp="1"/>
          </p:cNvSpPr>
          <p:nvPr>
            <p:ph type="ftr" idx="85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6813295" name="PlaceHolder 3"/>
          <p:cNvSpPr>
            <a:spLocks noGrp="1"/>
          </p:cNvSpPr>
          <p:nvPr>
            <p:ph type="sldNum" idx="86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B7256DB-DDE3-43D7-9D0B-29A365740225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7568268" name="PlaceHolder 4"/>
          <p:cNvSpPr>
            <a:spLocks noGrp="1"/>
          </p:cNvSpPr>
          <p:nvPr>
            <p:ph type="dt" idx="87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</p:sldLayoutIdLst>
</p:sldMaster>
</file>

<file path=ppt/slideMasters/slideMaster29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6023856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82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83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84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406376599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189039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3794636" name="PlaceHolder 3"/>
          <p:cNvSpPr>
            <a:spLocks noGrp="1"/>
          </p:cNvSpPr>
          <p:nvPr>
            <p:ph type="body"/>
          </p:nvPr>
        </p:nvSpPr>
        <p:spPr bwMode="auto"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0558411" name="PlaceHolder 4"/>
          <p:cNvSpPr>
            <a:spLocks noGrp="1"/>
          </p:cNvSpPr>
          <p:nvPr>
            <p:ph type="ftr" idx="88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0576997" name="PlaceHolder 5"/>
          <p:cNvSpPr>
            <a:spLocks noGrp="1"/>
          </p:cNvSpPr>
          <p:nvPr>
            <p:ph type="sldNum" idx="89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D310A9F-B753-4C41-A7FD-C9077D1B4E5C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5695222" name="PlaceHolder 6"/>
          <p:cNvSpPr>
            <a:spLocks noGrp="1"/>
          </p:cNvSpPr>
          <p:nvPr>
            <p:ph type="dt" idx="90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05" r:id="rId1"/>
  </p:sldLayoutIdLst>
</p:sldMaster>
</file>

<file path=ppt/slideMasters/slideMaster30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6452211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295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6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7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491471307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566808" name="PlaceHolder 2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7587222" name="PlaceHolder 3"/>
          <p:cNvSpPr>
            <a:spLocks noGrp="1"/>
          </p:cNvSpPr>
          <p:nvPr>
            <p:ph type="ftr" idx="91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7010314" name="PlaceHolder 4"/>
          <p:cNvSpPr>
            <a:spLocks noGrp="1"/>
          </p:cNvSpPr>
          <p:nvPr>
            <p:ph type="sldNum" idx="92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81A5FE3-21F0-4525-99FF-3023E9494756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1524327" name="PlaceHolder 5"/>
          <p:cNvSpPr>
            <a:spLocks noGrp="1"/>
          </p:cNvSpPr>
          <p:nvPr>
            <p:ph type="dt" idx="93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</p:sldLayoutIdLst>
</p:sldMaster>
</file>

<file path=ppt/slideMasters/slideMaster3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3936962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306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7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8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28932141" name="PlaceHolder 1"/>
          <p:cNvSpPr>
            <a:spLocks noGrp="1"/>
          </p:cNvSpPr>
          <p:nvPr>
            <p:ph type="ftr" idx="94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112298" name="PlaceHolder 2"/>
          <p:cNvSpPr>
            <a:spLocks noGrp="1"/>
          </p:cNvSpPr>
          <p:nvPr>
            <p:ph type="sldNum" idx="95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3AE3684-288D-4E92-BD50-D792B2169B6D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8592175" name="PlaceHolder 3"/>
          <p:cNvSpPr>
            <a:spLocks noGrp="1"/>
          </p:cNvSpPr>
          <p:nvPr>
            <p:ph type="dt" idx="96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</p:sldLayoutIdLst>
</p:sldMaster>
</file>

<file path=ppt/slideMasters/slideMaster3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0922298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313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14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15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899709579" name="PlaceHolder 1"/>
          <p:cNvSpPr>
            <a:spLocks noGrp="1"/>
          </p:cNvSpPr>
          <p:nvPr>
            <p:ph type="ftr" idx="97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0443508" name="PlaceHolder 2"/>
          <p:cNvSpPr>
            <a:spLocks noGrp="1"/>
          </p:cNvSpPr>
          <p:nvPr>
            <p:ph type="sldNum" idx="98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0566F46-39D0-4D3A-BE47-6EBA1414DD90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088497" name="PlaceHolder 3"/>
          <p:cNvSpPr>
            <a:spLocks noGrp="1"/>
          </p:cNvSpPr>
          <p:nvPr>
            <p:ph type="dt" idx="99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</p:sldLayoutIdLst>
</p:sldMaster>
</file>

<file path=ppt/slideMasters/slideMaster3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3463017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320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21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22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966906933" name="PlaceHolder 1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1887596" name="PlaceHolder 2"/>
          <p:cNvSpPr>
            <a:spLocks noGrp="1"/>
          </p:cNvSpPr>
          <p:nvPr>
            <p:ph type="ftr" idx="100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612401" name="PlaceHolder 3"/>
          <p:cNvSpPr>
            <a:spLocks noGrp="1"/>
          </p:cNvSpPr>
          <p:nvPr>
            <p:ph type="sldNum" idx="101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2E3BCC8-6AC6-461A-AEBB-5D89958F6F02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8559197" name="PlaceHolder 4"/>
          <p:cNvSpPr>
            <a:spLocks noGrp="1"/>
          </p:cNvSpPr>
          <p:nvPr>
            <p:ph type="dt" idx="102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13" r:id="rId1"/>
  </p:sldLayoutIdLst>
</p:sldMaster>
</file>

<file path=ppt/slideMasters/slideMaster34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 rotWithShape="0">
          <a:gsLst>
            <a:gs pos="0">
              <a:srgbClr val="000000"/>
            </a:gs>
            <a:gs pos="85000">
              <a:srgbClr val="0E1830"/>
            </a:gs>
            <a:gs pos="100000">
              <a:srgbClr val="142141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47431281" name="линии слева"/>
          <p:cNvGrpSpPr/>
          <p:nvPr/>
        </p:nvGrpSpPr>
        <p:grpSpPr bwMode="auto">
          <a:xfrm>
            <a:off x="-15840" y="-3240"/>
            <a:ext cx="818280" cy="5227560"/>
            <a:chOff x="-15840" y="-3240"/>
            <a:chExt cx="818280" cy="5227560"/>
          </a:xfrm>
        </p:grpSpPr>
        <p:sp>
          <p:nvSpPr>
            <p:cNvPr id="330" name="Полилиния 9"/>
            <p:cNvSpPr/>
            <p:nvPr/>
          </p:nvSpPr>
          <p:spPr bwMode="auto">
            <a:xfrm>
              <a:off x="-12600" y="0"/>
              <a:ext cx="815040" cy="5224320"/>
            </a:xfrm>
            <a:custGeom>
              <a:avLst/>
              <a:gdLst>
                <a:gd name="textAreaLeft" fmla="*/ 0 w 815040"/>
                <a:gd name="textAreaRight" fmla="*/ 816840 w 815040"/>
                <a:gd name="textAreaTop" fmla="*/ 0 h 5224320"/>
                <a:gd name="textAreaBottom" fmla="*/ 5226120 h 5224320"/>
              </a:gdLst>
              <a:ahLst/>
              <a:cxnLst/>
              <a:rect l="textAreaLeft" t="textAreaTop" r="textAreaRight" b="textAreaBottom"/>
              <a:pathLst>
                <a:path w="612775" h="3919538" fill="norm" stroke="1" extrusionOk="0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31" name="Полилиния 10"/>
            <p:cNvSpPr/>
            <p:nvPr/>
          </p:nvSpPr>
          <p:spPr bwMode="auto">
            <a:xfrm>
              <a:off x="-15840" y="0"/>
              <a:ext cx="545760" cy="4560840"/>
            </a:xfrm>
            <a:custGeom>
              <a:avLst/>
              <a:gdLst>
                <a:gd name="textAreaLeft" fmla="*/ 0 w 545760"/>
                <a:gd name="textAreaRight" fmla="*/ 547560 w 545760"/>
                <a:gd name="textAreaTop" fmla="*/ 0 h 4560840"/>
                <a:gd name="textAreaBottom" fmla="*/ 4562640 h 4560840"/>
              </a:gdLst>
              <a:ahLst/>
              <a:cxnLst/>
              <a:rect l="textAreaLeft" t="textAreaTop" r="textAreaRight" b="textAreaBottom"/>
              <a:pathLst>
                <a:path w="410751" h="3421856" fill="norm" stroke="1" extrusionOk="0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solidFill>
                <a:srgbClr val="0073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32" name="Полилиния 13"/>
            <p:cNvSpPr/>
            <p:nvPr/>
          </p:nvSpPr>
          <p:spPr bwMode="auto">
            <a:xfrm>
              <a:off x="-9360" y="-3240"/>
              <a:ext cx="316800" cy="3966840"/>
            </a:xfrm>
            <a:custGeom>
              <a:avLst/>
              <a:gdLst>
                <a:gd name="textAreaLeft" fmla="*/ 0 w 316800"/>
                <a:gd name="textAreaRight" fmla="*/ 318600 w 316800"/>
                <a:gd name="textAreaTop" fmla="*/ 0 h 3966840"/>
                <a:gd name="textAreaBottom" fmla="*/ 3968640 h 3966840"/>
              </a:gdLst>
              <a:ahLst/>
              <a:cxnLst/>
              <a:rect l="textAreaLeft" t="textAreaTop" r="textAreaRight" b="textAreaBottom"/>
              <a:pathLst>
                <a:path w="238919" h="2976561" fill="norm" stroke="1" extrusionOk="0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>
              <a:solidFill>
                <a:srgbClr val="00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1218960">
                <a:lnSpc>
                  <a:spcPct val="100000"/>
                </a:lnSpc>
                <a:defRPr/>
              </a:pPr>
              <a:endParaRPr lang="ru-RU" sz="2400" b="0" u="none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476032069" name="PlaceHolder 1"/>
          <p:cNvSpPr>
            <a:spLocks noGrp="1"/>
          </p:cNvSpPr>
          <p:nvPr>
            <p:ph type="ftr" idx="103"/>
          </p:nvPr>
        </p:nvSpPr>
        <p:spPr bwMode="auto">
          <a:xfrm>
            <a:off x="3453480" y="6356520"/>
            <a:ext cx="52801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1986349" name="PlaceHolder 2"/>
          <p:cNvSpPr>
            <a:spLocks noGrp="1"/>
          </p:cNvSpPr>
          <p:nvPr>
            <p:ph type="sldNum" idx="104"/>
          </p:nvPr>
        </p:nvSpPr>
        <p:spPr bwMode="auto">
          <a:xfrm>
            <a:off x="10563480" y="6356520"/>
            <a:ext cx="101376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 defTabSz="121896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121896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937D72A-33CD-45C1-9ED6-8D23E710B1E4}" type="slidenum">
              <a:rPr lang="ru-RU" sz="1200" b="0" u="none" strike="noStrike">
                <a:solidFill>
                  <a:schemeClr val="lt1">
                    <a:tint val="75000"/>
                  </a:schemeClr>
                </a:solidFill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487525" name="PlaceHolder 3"/>
          <p:cNvSpPr>
            <a:spLocks noGrp="1"/>
          </p:cNvSpPr>
          <p:nvPr>
            <p:ph type="dt" idx="105"/>
          </p:nvPr>
        </p:nvSpPr>
        <p:spPr bwMode="auto">
          <a:xfrm>
            <a:off x="1218960" y="6356520"/>
            <a:ext cx="2232720" cy="3632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9818341" name="PlaceHolder 4"/>
          <p:cNvSpPr>
            <a:spLocks noGrp="1"/>
          </p:cNvSpPr>
          <p:nvPr>
            <p:ph type="title"/>
          </p:nvPr>
        </p:nvSpPr>
        <p:spPr bwMode="auto"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r>
              <a:rPr lang="en-US" sz="4400" b="0" u="none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824669" name="PlaceHolder 5"/>
          <p:cNvSpPr>
            <a:spLocks noGrp="1"/>
          </p:cNvSpPr>
          <p:nvPr>
            <p:ph type="body"/>
          </p:nvPr>
        </p:nvSpPr>
        <p:spPr bwMode="auto"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lang="en-US" sz="20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272346" name="PlaceHolder 1"/>
          <p:cNvSpPr>
            <a:spLocks noGrp="1"/>
          </p:cNvSpPr>
          <p:nvPr>
            <p:ph type="title"/>
          </p:nvPr>
        </p:nvSpPr>
        <p:spPr bwMode="auto">
          <a:xfrm>
            <a:off x="1625040" y="584280"/>
            <a:ext cx="8733600" cy="199836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122040" tIns="60840" rIns="122040" bIns="60840" numCol="1" spcCol="0" rtlCol="0" fromWordArt="0" anchor="b" anchorCtr="0" forceAA="0" upright="0" compatLnSpc="0">
            <a:normAutofit fontScale="90000" lnSpcReduction="2000"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5400" b="0" u="none" strike="noStrike">
                <a:solidFill>
                  <a:schemeClr val="lt1"/>
                </a:solidFill>
                <a:latin typeface="Calibri"/>
              </a:rPr>
              <a:t>Создание </a:t>
            </a:r>
            <a:r>
              <a:rPr lang="ru-RU" sz="5400" b="0" u="none" strike="noStrike">
                <a:solidFill>
                  <a:schemeClr val="lt1"/>
                </a:solidFill>
                <a:latin typeface="Calibri"/>
              </a:rPr>
              <a:t>децентрализованной сети на основе </a:t>
            </a:r>
            <a:r>
              <a:rPr lang="en-US" sz="5400" b="0" u="none" strike="noStrike">
                <a:solidFill>
                  <a:schemeClr val="lt1"/>
                </a:solidFill>
                <a:latin typeface="Calibri"/>
              </a:rPr>
              <a:t>IPv6 </a:t>
            </a:r>
            <a:r>
              <a:rPr lang="ru-RU" sz="5400" b="0" u="none" strike="noStrike">
                <a:solidFill>
                  <a:schemeClr val="lt1"/>
                </a:solidFill>
                <a:latin typeface="Calibri"/>
              </a:rPr>
              <a:t>и концепциях </a:t>
            </a:r>
            <a:r>
              <a:rPr lang="en-US" sz="5400" b="0" u="none" strike="noStrike">
                <a:solidFill>
                  <a:schemeClr val="lt1"/>
                </a:solidFill>
                <a:latin typeface="Calibri"/>
              </a:rPr>
              <a:t>Web3</a:t>
            </a:r>
            <a:endParaRPr lang="en-US" sz="5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2917863" name="PlaceHolder 2"/>
          <p:cNvSpPr>
            <a:spLocks noGrp="1"/>
          </p:cNvSpPr>
          <p:nvPr>
            <p:ph type="subTitle"/>
          </p:nvPr>
        </p:nvSpPr>
        <p:spPr bwMode="auto">
          <a:xfrm>
            <a:off x="1625040" y="2616120"/>
            <a:ext cx="9363960" cy="253908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t">
            <a:normAutofit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" sz="2800" b="0" u="none" strike="noStrike" cap="all" spc="201">
                <a:solidFill>
                  <a:schemeClr val="accent1"/>
                </a:solidFill>
                <a:latin typeface="Calibri"/>
              </a:rPr>
              <a:t>Проект по </a:t>
            </a:r>
            <a:r>
              <a:rPr lang="ru-RU" sz="2800" b="0" u="none" strike="noStrike" cap="all" spc="200">
                <a:solidFill>
                  <a:schemeClr val="accent1"/>
                </a:solidFill>
                <a:latin typeface="Calibri"/>
              </a:rPr>
              <a:t>Информатике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2800" b="0" u="none" strike="noStrike" cap="all" spc="201">
                <a:solidFill>
                  <a:schemeClr val="accent1"/>
                </a:solidFill>
                <a:latin typeface="Calibri"/>
              </a:rPr>
              <a:t>Н</a:t>
            </a:r>
            <a:r>
              <a:rPr lang="ru" sz="2800" b="0" u="none" strike="noStrike" cap="all" spc="201">
                <a:solidFill>
                  <a:schemeClr val="accent1"/>
                </a:solidFill>
                <a:latin typeface="Calibri"/>
              </a:rPr>
              <a:t>аправление информационная безопасность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" sz="1400" b="0" u="none" strike="noStrike" cap="all" spc="201">
                <a:solidFill>
                  <a:schemeClr val="accent1"/>
                </a:solidFill>
                <a:latin typeface="Calibri"/>
              </a:rPr>
              <a:t>МБОУ Гимназия г.Новый Уренгой</a:t>
            </a:r>
            <a:endParaRPr lang="en-US" sz="14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" sz="1400" b="0" u="none" strike="noStrike" cap="all" spc="201">
                <a:solidFill>
                  <a:schemeClr val="accent1"/>
                </a:solidFill>
                <a:latin typeface="Calibri"/>
              </a:rPr>
              <a:t>В</a:t>
            </a:r>
            <a:r>
              <a:rPr lang="ru-RU" sz="1400" b="0" u="none" strike="noStrike" cap="all" spc="201">
                <a:solidFill>
                  <a:schemeClr val="accent1"/>
                </a:solidFill>
                <a:latin typeface="Calibri"/>
              </a:rPr>
              <a:t>ы</a:t>
            </a:r>
            <a:r>
              <a:rPr lang="ru" sz="1400" b="0" u="none" strike="noStrike" cap="all" spc="201">
                <a:solidFill>
                  <a:schemeClr val="accent1"/>
                </a:solidFill>
                <a:latin typeface="Calibri"/>
              </a:rPr>
              <a:t>полнил: Брылёв Альберт Витальевич</a:t>
            </a:r>
            <a:endParaRPr lang="en-US" sz="14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" sz="1400" b="0" u="none" strike="noStrike" cap="all" spc="201">
                <a:solidFill>
                  <a:schemeClr val="accent1"/>
                </a:solidFill>
                <a:latin typeface="Calibri"/>
              </a:rPr>
              <a:t>Руководитель: Оборин Дмитрий евгеньевич</a:t>
            </a:r>
            <a:endParaRPr lang="en-US" sz="1400" b="0" u="none" strike="noStrike">
              <a:solidFill>
                <a:srgbClr val="FFFFFF"/>
              </a:solidFill>
              <a:latin typeface="Arial"/>
            </a:endParaRPr>
          </a:p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" sz="1400" b="0" u="none" strike="noStrike" cap="all" spc="201">
                <a:solidFill>
                  <a:schemeClr val="accent1"/>
                </a:solidFill>
                <a:latin typeface="Calibri"/>
              </a:rPr>
              <a:t>2025 г.</a:t>
            </a:r>
            <a:endParaRPr lang="en-US" sz="14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3656996" name="PlaceHolder 1"/>
          <p:cNvSpPr>
            <a:spLocks noGrp="1"/>
          </p:cNvSpPr>
          <p:nvPr/>
        </p:nvSpPr>
        <p:spPr bwMode="auto">
          <a:xfrm>
            <a:off x="1218960" y="274680"/>
            <a:ext cx="10358640" cy="12222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b">
            <a:noAutofit/>
          </a:bodyPr>
          <a:lstStyle/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3600" b="0" u="none" strike="noStrike">
                <a:solidFill>
                  <a:schemeClr val="lt1"/>
                </a:solidFill>
                <a:latin typeface="Calibri"/>
              </a:rPr>
              <a:t>Децентрализация, </a:t>
            </a:r>
            <a:r>
              <a:rPr lang="en-US" sz="3600" b="0" u="none" strike="noStrike">
                <a:solidFill>
                  <a:schemeClr val="lt1"/>
                </a:solidFill>
                <a:latin typeface="Calibri"/>
              </a:rPr>
              <a:t>Web3</a:t>
            </a:r>
            <a:r>
              <a:rPr lang="ru-RU" sz="3600" b="0" u="none" strike="noStrike">
                <a:solidFill>
                  <a:schemeClr val="lt1"/>
                </a:solidFill>
                <a:latin typeface="Calibri"/>
              </a:rPr>
              <a:t> и </a:t>
            </a:r>
            <a:r>
              <a:rPr lang="en-US" sz="3600" b="0" u="none" strike="noStrike">
                <a:solidFill>
                  <a:schemeClr val="lt1"/>
                </a:solidFill>
                <a:latin typeface="Calibri"/>
              </a:rPr>
              <a:t>IPv6</a:t>
            </a:r>
            <a:endParaRPr lang="en-US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2396817" name=""/>
          <p:cNvSpPr txBox="1"/>
          <p:nvPr/>
        </p:nvSpPr>
        <p:spPr bwMode="auto">
          <a:xfrm rot="0" flipH="0" flipV="0">
            <a:off x="1218960" y="1742072"/>
            <a:ext cx="10096759" cy="16185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lnSpc>
                <a:spcPct val="150000"/>
              </a:lnSpc>
              <a:defRPr/>
            </a:pPr>
            <a:r>
              <a:rPr lang="ru-RU" sz="2200">
                <a:solidFill>
                  <a:schemeClr val="tx1"/>
                </a:solidFill>
              </a:rPr>
              <a:t>Децентрализация - нет единой точки отказа</a:t>
            </a:r>
            <a:endParaRPr lang="ru-RU" sz="220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defRPr/>
            </a:pPr>
            <a:r>
              <a:rPr lang="en-US" sz="2200">
                <a:solidFill>
                  <a:schemeClr val="tx1"/>
                </a:solidFill>
              </a:rPr>
              <a:t>Web3 - </a:t>
            </a:r>
            <a:r>
              <a:rPr lang="ru-RU" sz="2200">
                <a:solidFill>
                  <a:schemeClr val="tx1"/>
                </a:solidFill>
              </a:rPr>
              <a:t>крипто-индентификация </a:t>
            </a:r>
            <a:r>
              <a:rPr lang="en-US" sz="2200">
                <a:solidFill>
                  <a:schemeClr val="tx1"/>
                </a:solidFill>
              </a:rPr>
              <a:t>(DID), </a:t>
            </a:r>
            <a:r>
              <a:rPr lang="ru-RU" sz="2200">
                <a:solidFill>
                  <a:schemeClr val="tx1"/>
                </a:solidFill>
              </a:rPr>
              <a:t>проверяемые действия, доверие без центра</a:t>
            </a:r>
            <a:endParaRPr lang="ru-RU" sz="220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defRPr/>
            </a:pPr>
            <a:r>
              <a:rPr lang="en-US" sz="2200">
                <a:solidFill>
                  <a:schemeClr val="tx1"/>
                </a:solidFill>
              </a:rPr>
              <a:t>IPv6 - </a:t>
            </a:r>
            <a:r>
              <a:rPr lang="ru-RU" sz="2200">
                <a:solidFill>
                  <a:schemeClr val="tx1"/>
                </a:solidFill>
              </a:rPr>
              <a:t>адресное пространство 340 </a:t>
            </a:r>
            <a:r>
              <a:rPr lang="ru-RU" sz="2200" b="0" i="0" u="none">
                <a:solidFill>
                  <a:srgbClr val="E8E6E3"/>
                </a:solidFill>
                <a:latin typeface="Liberation Sans"/>
                <a:ea typeface="Liberation Sans"/>
                <a:cs typeface="Liberation Sans"/>
              </a:rPr>
              <a:t>ундециллионов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1328334825" name=""/>
          <p:cNvSpPr txBox="1"/>
          <p:nvPr/>
        </p:nvSpPr>
        <p:spPr bwMode="auto">
          <a:xfrm rot="0" flipH="0" flipV="0">
            <a:off x="11362554" y="6100899"/>
            <a:ext cx="505496" cy="24419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>
                <a:solidFill>
                  <a:srgbClr val="0B1427"/>
                </a:solidFill>
              </a:rPr>
              <a:t>Гойда</a:t>
            </a:r>
            <a:endParaRPr>
              <a:solidFill>
                <a:srgbClr val="0B1427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475292" name="PlaceHolder 1"/>
          <p:cNvSpPr>
            <a:spLocks noGrp="1"/>
          </p:cNvSpPr>
          <p:nvPr>
            <p:ph type="title"/>
          </p:nvPr>
        </p:nvSpPr>
        <p:spPr bwMode="auto">
          <a:xfrm>
            <a:off x="1218960" y="274680"/>
            <a:ext cx="10358640" cy="12222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b">
            <a:noAutofit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3600" b="0" u="none" strike="noStrike">
                <a:solidFill>
                  <a:schemeClr val="lt1"/>
                </a:solidFill>
                <a:latin typeface="Calibri"/>
              </a:rPr>
              <a:t>Актуальность</a:t>
            </a:r>
            <a:r>
              <a:rPr lang="en-US" sz="3600" b="0" u="none" strike="noStrike">
                <a:solidFill>
                  <a:srgbClr val="FFFFFF"/>
                </a:solidFill>
                <a:latin typeface="Arial"/>
              </a:rPr>
              <a:t> </a:t>
            </a:r>
            <a:r>
              <a:rPr lang="ru-RU" sz="3600" b="0" u="none" strike="noStrike">
                <a:solidFill>
                  <a:srgbClr val="FFFFFF"/>
                </a:solidFill>
                <a:latin typeface="Arial"/>
              </a:rPr>
              <a:t>и проблема</a:t>
            </a:r>
            <a:endParaRPr lang="en-US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4732358" name="PlaceHolder 2"/>
          <p:cNvSpPr>
            <a:spLocks noGrp="1"/>
          </p:cNvSpPr>
          <p:nvPr>
            <p:ph/>
          </p:nvPr>
        </p:nvSpPr>
        <p:spPr bwMode="auto">
          <a:xfrm>
            <a:off x="1218960" y="1706758"/>
            <a:ext cx="6242039" cy="446364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t">
            <a:noAutofit/>
          </a:bodyPr>
          <a:p>
            <a:pPr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Актуальность: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Рост числа устройств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Требование к надёжному прямому взаимодействию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Тренд Web3 и распределённых систем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1246462973" name=""/>
          <p:cNvSpPr/>
          <p:nvPr/>
        </p:nvSpPr>
        <p:spPr bwMode="auto">
          <a:xfrm flipH="0" flipV="0">
            <a:off x="1218960" y="3890410"/>
            <a:ext cx="5287615" cy="14329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Проблема: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Централизация сервисов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IPv4 + NAT мешают p2p</a:t>
            </a:r>
            <a:endParaRPr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Высокие задержки и точки отказа</a:t>
            </a:r>
            <a:endParaRPr sz="220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071093" name="PlaceHolder 1"/>
          <p:cNvSpPr>
            <a:spLocks noGrp="1"/>
          </p:cNvSpPr>
          <p:nvPr>
            <p:ph type="title"/>
          </p:nvPr>
        </p:nvSpPr>
        <p:spPr bwMode="auto">
          <a:xfrm>
            <a:off x="1218960" y="274680"/>
            <a:ext cx="10358640" cy="12222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b">
            <a:noAutofit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3600" b="0" u="none" strike="noStrike">
                <a:solidFill>
                  <a:schemeClr val="lt1"/>
                </a:solidFill>
                <a:latin typeface="Calibri"/>
              </a:rPr>
              <a:t>Аналоги</a:t>
            </a:r>
            <a:endParaRPr lang="en-US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342866" name="TextBox 4"/>
          <p:cNvSpPr/>
          <p:nvPr/>
        </p:nvSpPr>
        <p:spPr bwMode="auto">
          <a:xfrm>
            <a:off x="1991682" y="4437000"/>
            <a:ext cx="180756" cy="242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defRPr/>
            </a:pPr>
            <a:endParaRPr/>
          </a:p>
        </p:txBody>
      </p:sp>
      <p:sp>
        <p:nvSpPr>
          <p:cNvPr id="1460868444" name="TextBox 6"/>
          <p:cNvSpPr/>
          <p:nvPr/>
        </p:nvSpPr>
        <p:spPr bwMode="auto">
          <a:xfrm>
            <a:off x="7440120" y="4437000"/>
            <a:ext cx="180756" cy="242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defRPr/>
            </a:pPr>
            <a:endParaRPr/>
          </a:p>
        </p:txBody>
      </p:sp>
      <p:sp>
        <p:nvSpPr>
          <p:cNvPr id="535841312" name=""/>
          <p:cNvSpPr txBox="1"/>
          <p:nvPr/>
        </p:nvSpPr>
        <p:spPr bwMode="auto">
          <a:xfrm rot="0" flipH="0" flipV="0">
            <a:off x="1218960" y="1754604"/>
            <a:ext cx="7249984" cy="260639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lvl="0">
              <a:lnSpc>
                <a:spcPct val="150000"/>
              </a:lnSpc>
              <a:defRPr/>
            </a:pPr>
            <a:r>
              <a:rPr sz="2200">
                <a:solidFill>
                  <a:schemeClr val="tx1"/>
                </a:solidFill>
              </a:rPr>
              <a:t>libp2p - р</a:t>
            </a:r>
            <a:r>
              <a:rPr lang="ru-RU" sz="2200">
                <a:solidFill>
                  <a:schemeClr val="tx1"/>
                </a:solidFill>
              </a:rPr>
              <a:t>ешает p</a:t>
            </a:r>
            <a:r>
              <a:rPr lang="en-US" sz="2200">
                <a:solidFill>
                  <a:schemeClr val="tx1"/>
                </a:solidFill>
              </a:rPr>
              <a:t>2p-</a:t>
            </a:r>
            <a:r>
              <a:rPr lang="ru-RU" sz="2200">
                <a:solidFill>
                  <a:schemeClr val="tx1"/>
                </a:solidFill>
              </a:rPr>
              <a:t>оверлей, но не адресацию</a:t>
            </a:r>
            <a:endParaRPr lang="ru-RU" sz="2200">
              <a:solidFill>
                <a:schemeClr val="tx1"/>
              </a:solidFill>
            </a:endParaRPr>
          </a:p>
          <a:p>
            <a:pPr lvl="0">
              <a:lnSpc>
                <a:spcPct val="150000"/>
              </a:lnSpc>
              <a:defRPr/>
            </a:pPr>
            <a:r>
              <a:rPr lang="en-US" sz="2200">
                <a:solidFill>
                  <a:schemeClr val="tx1"/>
                </a:solidFill>
              </a:rPr>
              <a:t>IPFS - </a:t>
            </a:r>
            <a:r>
              <a:rPr lang="ru-RU" sz="2200">
                <a:solidFill>
                  <a:schemeClr val="tx1"/>
                </a:solidFill>
              </a:rPr>
              <a:t>хранение, но не </a:t>
            </a:r>
            <a:r>
              <a:rPr lang="en-US" sz="2200">
                <a:solidFill>
                  <a:schemeClr val="tx1"/>
                </a:solidFill>
              </a:rPr>
              <a:t>real-time </a:t>
            </a:r>
            <a:r>
              <a:rPr lang="ru-RU" sz="2200">
                <a:solidFill>
                  <a:schemeClr val="tx1"/>
                </a:solidFill>
              </a:rPr>
              <a:t>коммуникация</a:t>
            </a:r>
            <a:endParaRPr lang="ru-RU" sz="2200">
              <a:solidFill>
                <a:schemeClr val="tx1"/>
              </a:solidFill>
            </a:endParaRPr>
          </a:p>
          <a:p>
            <a:pPr lvl="0">
              <a:lnSpc>
                <a:spcPct val="150000"/>
              </a:lnSpc>
              <a:defRPr/>
            </a:pPr>
            <a:r>
              <a:rPr lang="en-US" sz="2200">
                <a:solidFill>
                  <a:schemeClr val="tx1"/>
                </a:solidFill>
              </a:rPr>
              <a:t>Matrix - </a:t>
            </a:r>
            <a:r>
              <a:rPr lang="ru-RU" sz="2200">
                <a:solidFill>
                  <a:schemeClr val="tx1"/>
                </a:solidFill>
              </a:rPr>
              <a:t>федеративная сеть</a:t>
            </a:r>
            <a:endParaRPr lang="ru-RU" sz="2200">
              <a:solidFill>
                <a:schemeClr val="tx1"/>
              </a:solidFill>
            </a:endParaRPr>
          </a:p>
          <a:p>
            <a:pPr lvl="0">
              <a:lnSpc>
                <a:spcPct val="150000"/>
              </a:lnSpc>
              <a:defRPr/>
            </a:pPr>
            <a:r>
              <a:rPr lang="en-US" sz="2200">
                <a:solidFill>
                  <a:schemeClr val="tx1"/>
                </a:solidFill>
              </a:rPr>
              <a:t>I2P - </a:t>
            </a:r>
            <a:r>
              <a:rPr lang="ru-RU" sz="2200">
                <a:solidFill>
                  <a:schemeClr val="tx1"/>
                </a:solidFill>
              </a:rPr>
              <a:t>делает упор на полную анонимность</a:t>
            </a:r>
            <a:endParaRPr lang="ru-RU" sz="2200">
              <a:solidFill>
                <a:schemeClr val="tx1"/>
              </a:solidFill>
            </a:endParaRPr>
          </a:p>
          <a:p>
            <a:pPr lvl="0">
              <a:lnSpc>
                <a:spcPct val="150000"/>
              </a:lnSpc>
              <a:defRPr/>
            </a:pPr>
            <a:r>
              <a:rPr lang="en-US" sz="2200">
                <a:solidFill>
                  <a:schemeClr val="tx1"/>
                </a:solidFill>
              </a:rPr>
              <a:t>SSB - </a:t>
            </a:r>
            <a:r>
              <a:rPr lang="ru-RU" sz="2200">
                <a:solidFill>
                  <a:schemeClr val="tx1"/>
                </a:solidFill>
              </a:rPr>
              <a:t>оффлайн и репликация, но не подходит для </a:t>
            </a:r>
            <a:r>
              <a:rPr lang="en-US" sz="2200">
                <a:solidFill>
                  <a:schemeClr val="tx1"/>
                </a:solidFill>
              </a:rPr>
              <a:t>streaming</a:t>
            </a:r>
            <a:endParaRPr lang="ru-RU" sz="2200">
              <a:solidFill>
                <a:schemeClr val="tx1"/>
              </a:solidFill>
            </a:endParaRPr>
          </a:p>
        </p:txBody>
      </p:sp>
      <p:sp>
        <p:nvSpPr>
          <p:cNvPr id="584038356" name=""/>
          <p:cNvSpPr txBox="1"/>
          <p:nvPr/>
        </p:nvSpPr>
        <p:spPr bwMode="auto">
          <a:xfrm rot="0" flipH="0" flipV="0">
            <a:off x="1218960" y="5643879"/>
            <a:ext cx="4991043" cy="77305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defRPr/>
            </a:pPr>
            <a:r>
              <a:rPr lang="en-US" sz="22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IPFS </a:t>
            </a:r>
            <a:r>
              <a:rPr sz="22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- InterPlanetary </a:t>
            </a:r>
            <a:r>
              <a:rPr sz="22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File System</a:t>
            </a:r>
            <a:endParaRPr sz="2200" b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indent="0" algn="l">
              <a:defRPr/>
            </a:pPr>
            <a:r>
              <a:rPr sz="22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SSB - </a:t>
            </a:r>
            <a:r>
              <a:rPr lang="en-US" sz="22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Secure Scuttlebutt</a:t>
            </a:r>
            <a:endParaRPr sz="2200" b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9493243" name="PlaceHolder 1"/>
          <p:cNvSpPr>
            <a:spLocks noGrp="1"/>
          </p:cNvSpPr>
          <p:nvPr>
            <p:ph type="title"/>
          </p:nvPr>
        </p:nvSpPr>
        <p:spPr bwMode="auto">
          <a:xfrm>
            <a:off x="1218960" y="274680"/>
            <a:ext cx="10358640" cy="12222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b">
            <a:noAutofit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3600" b="0" u="none" strike="noStrike">
                <a:solidFill>
                  <a:schemeClr val="lt1"/>
                </a:solidFill>
                <a:latin typeface="Calibri"/>
              </a:rPr>
              <a:t>Цели и задачи</a:t>
            </a:r>
            <a:endParaRPr lang="en-US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9196922" name="PlaceHolder 2"/>
          <p:cNvSpPr>
            <a:spLocks noGrp="1"/>
          </p:cNvSpPr>
          <p:nvPr>
            <p:ph/>
          </p:nvPr>
        </p:nvSpPr>
        <p:spPr bwMode="auto">
          <a:xfrm>
            <a:off x="1218960" y="1701720"/>
            <a:ext cx="10358640" cy="44604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t">
            <a:noAutofit/>
          </a:bodyPr>
          <a:p>
            <a:pPr>
              <a:lnSpc>
                <a:spcPct val="114999"/>
              </a:lnSpc>
              <a:defRPr/>
            </a:pPr>
            <a:r>
              <a:rPr lang="ru-RU" sz="2200">
                <a:solidFill>
                  <a:schemeClr val="tx1"/>
                </a:solidFill>
              </a:rPr>
              <a:t>Цель: создать архитектуру децентрализованной </a:t>
            </a:r>
            <a:r>
              <a:rPr lang="en-US" sz="2200">
                <a:solidFill>
                  <a:schemeClr val="tx1"/>
                </a:solidFill>
              </a:rPr>
              <a:t>P2P-</a:t>
            </a:r>
            <a:r>
              <a:rPr lang="ru-RU" sz="2200">
                <a:solidFill>
                  <a:schemeClr val="tx1"/>
                </a:solidFill>
              </a:rPr>
              <a:t>сети на базе </a:t>
            </a:r>
            <a:r>
              <a:rPr lang="en-US" sz="2200">
                <a:solidFill>
                  <a:schemeClr val="tx1"/>
                </a:solidFill>
              </a:rPr>
              <a:t>IPv6 </a:t>
            </a:r>
            <a:r>
              <a:rPr lang="ru-RU" sz="2200">
                <a:solidFill>
                  <a:schemeClr val="tx1"/>
                </a:solidFill>
              </a:rPr>
              <a:t>и </a:t>
            </a:r>
            <a:r>
              <a:rPr lang="en-US" sz="2200">
                <a:solidFill>
                  <a:schemeClr val="tx1"/>
                </a:solidFill>
              </a:rPr>
              <a:t>Web3</a:t>
            </a:r>
            <a:endParaRPr lang="en-US" sz="2200"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ru-RU" sz="2200">
                <a:solidFill>
                  <a:schemeClr val="tx1"/>
                </a:solidFill>
              </a:rPr>
              <a:t>Задачи: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lnSpc>
                <a:spcPct val="150000"/>
              </a:lnSpc>
              <a:buAutoNum type="arabicPeriod"/>
              <a:defRPr/>
            </a:pPr>
            <a:r>
              <a:rPr lang="ru-RU" sz="2200">
                <a:solidFill>
                  <a:schemeClr val="tx1"/>
                </a:solidFill>
              </a:rPr>
              <a:t>Создать механизм идентификации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lnSpc>
                <a:spcPct val="150000"/>
              </a:lnSpc>
              <a:buAutoNum type="arabicPeriod"/>
              <a:defRPr/>
            </a:pPr>
            <a:r>
              <a:rPr lang="ru-RU" sz="2200">
                <a:solidFill>
                  <a:schemeClr val="tx1"/>
                </a:solidFill>
              </a:rPr>
              <a:t>Реализовать </a:t>
            </a:r>
            <a:r>
              <a:rPr lang="en-US" sz="2200">
                <a:solidFill>
                  <a:schemeClr val="tx1"/>
                </a:solidFill>
              </a:rPr>
              <a:t>P2P-</a:t>
            </a:r>
            <a:r>
              <a:rPr lang="ru-RU" sz="2200">
                <a:solidFill>
                  <a:schemeClr val="tx1"/>
                </a:solidFill>
              </a:rPr>
              <a:t>обнаружение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lnSpc>
                <a:spcPct val="150000"/>
              </a:lnSpc>
              <a:buAutoNum type="arabicPeriod"/>
              <a:defRPr/>
            </a:pPr>
            <a:r>
              <a:rPr lang="ru-RU" sz="2200">
                <a:solidFill>
                  <a:schemeClr val="tx1"/>
                </a:solidFill>
              </a:rPr>
              <a:t>Проработать алгоритм установления соединений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lnSpc>
                <a:spcPct val="150000"/>
              </a:lnSpc>
              <a:buAutoNum type="arabicPeriod"/>
              <a:defRPr/>
            </a:pPr>
            <a:r>
              <a:rPr lang="ru-RU" sz="2200">
                <a:solidFill>
                  <a:schemeClr val="tx1"/>
                </a:solidFill>
              </a:rPr>
              <a:t>Обеспечить передачу сообщений, видео и файлов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lnSpc>
                <a:spcPct val="150000"/>
              </a:lnSpc>
              <a:buAutoNum type="arabicPeriod"/>
              <a:defRPr/>
            </a:pPr>
            <a:r>
              <a:rPr lang="ru-RU" sz="2200">
                <a:solidFill>
                  <a:schemeClr val="tx1"/>
                </a:solidFill>
              </a:rPr>
              <a:t>Прописать </a:t>
            </a:r>
            <a:r>
              <a:rPr lang="en-US" sz="2200">
                <a:solidFill>
                  <a:schemeClr val="tx1"/>
                </a:solidFill>
              </a:rPr>
              <a:t>fallback и</a:t>
            </a:r>
            <a:r>
              <a:rPr lang="ru-RU" sz="2200">
                <a:solidFill>
                  <a:schemeClr val="tx1"/>
                </a:solidFill>
              </a:rPr>
              <a:t> безопасность</a:t>
            </a:r>
            <a:endParaRPr lang="ru-RU" sz="220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048179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2374" y="-13651"/>
            <a:ext cx="11223624" cy="68102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38439" name="PlaceHolder 1"/>
          <p:cNvSpPr>
            <a:spLocks noGrp="1"/>
          </p:cNvSpPr>
          <p:nvPr>
            <p:ph type="title"/>
          </p:nvPr>
        </p:nvSpPr>
        <p:spPr bwMode="auto">
          <a:xfrm>
            <a:off x="1037745" y="273600"/>
            <a:ext cx="10969559" cy="1144800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defRPr/>
            </a:pPr>
            <a:r>
              <a:rPr lang="ru-RU" sz="3600">
                <a:solidFill>
                  <a:schemeClr val="tx1"/>
                </a:solidFill>
              </a:rPr>
              <a:t>Перспективы и ограничения</a:t>
            </a:r>
            <a:endParaRPr sz="3600">
              <a:solidFill>
                <a:schemeClr val="tx1"/>
              </a:solidFill>
            </a:endParaRPr>
          </a:p>
        </p:txBody>
      </p:sp>
      <p:sp>
        <p:nvSpPr>
          <p:cNvPr id="2063484960" name="PlaceHolder 2"/>
          <p:cNvSpPr>
            <a:spLocks noGrp="1"/>
          </p:cNvSpPr>
          <p:nvPr>
            <p:ph type="subTitle"/>
          </p:nvPr>
        </p:nvSpPr>
        <p:spPr bwMode="auto">
          <a:xfrm>
            <a:off x="1037745" y="1418400"/>
            <a:ext cx="10969559" cy="3977280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defRPr/>
            </a:pPr>
            <a:r>
              <a:rPr lang="ru-RU" sz="2200">
                <a:solidFill>
                  <a:schemeClr val="tx1"/>
                </a:solidFill>
              </a:rPr>
              <a:t>Перспективы: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Сеть для </a:t>
            </a:r>
            <a:r>
              <a:rPr lang="en-US" sz="2200">
                <a:solidFill>
                  <a:schemeClr val="tx1"/>
                </a:solidFill>
              </a:rPr>
              <a:t>Web3 </a:t>
            </a:r>
            <a:r>
              <a:rPr lang="ru-RU" sz="2200">
                <a:solidFill>
                  <a:schemeClr val="tx1"/>
                </a:solidFill>
              </a:rPr>
              <a:t>приложений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Масштабирование до больших сетей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Поддержка </a:t>
            </a:r>
            <a:r>
              <a:rPr lang="en-US" sz="2200">
                <a:solidFill>
                  <a:schemeClr val="tx1"/>
                </a:solidFill>
              </a:rPr>
              <a:t>IoT</a:t>
            </a:r>
            <a:endParaRPr lang="en-US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Возможная государственная интеграция</a:t>
            </a:r>
            <a:endParaRPr lang="ru-RU" sz="220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2200">
                <a:solidFill>
                  <a:schemeClr val="tx1"/>
                </a:solidFill>
              </a:rPr>
              <a:t>Ограничения и недостатки: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Нет реализации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Нет нагрузочных тестов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В разработке </a:t>
            </a:r>
            <a:r>
              <a:rPr lang="en-US" sz="2200">
                <a:solidFill>
                  <a:schemeClr val="tx1"/>
                </a:solidFill>
              </a:rPr>
              <a:t>on-chain </a:t>
            </a:r>
            <a:r>
              <a:rPr lang="ru-RU" sz="2200">
                <a:solidFill>
                  <a:schemeClr val="tx1"/>
                </a:solidFill>
              </a:rPr>
              <a:t>механизмы</a:t>
            </a:r>
            <a:endParaRPr lang="ru-RU" sz="2200">
              <a:solidFill>
                <a:schemeClr val="tx1"/>
              </a:solidFill>
            </a:endParaRPr>
          </a:p>
          <a:p>
            <a:pPr marL="327936" indent="-327936">
              <a:buFont typeface="Arial"/>
              <a:buChar char="•"/>
              <a:defRPr/>
            </a:pPr>
            <a:r>
              <a:rPr lang="ru-RU" sz="2200">
                <a:solidFill>
                  <a:schemeClr val="tx1"/>
                </a:solidFill>
              </a:rPr>
              <a:t>Не все провайдеры предоставляют I</a:t>
            </a:r>
            <a:r>
              <a:rPr lang="en-US" sz="2200">
                <a:solidFill>
                  <a:schemeClr val="tx1"/>
                </a:solidFill>
              </a:rPr>
              <a:t>Pv6</a:t>
            </a:r>
            <a:endParaRPr lang="ru-RU" sz="220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992761" name="Скругленный прямоугольник 7"/>
          <p:cNvSpPr/>
          <p:nvPr/>
        </p:nvSpPr>
        <p:spPr bwMode="auto">
          <a:xfrm>
            <a:off x="7929403" y="340213"/>
            <a:ext cx="3166560" cy="3211200"/>
          </a:xfrm>
          <a:prstGeom prst="roundRect">
            <a:avLst>
              <a:gd name="adj" fmla="val 16667"/>
            </a:avLst>
          </a:prstGeom>
          <a:solidFill>
            <a:srgbClr val="6974D9">
              <a:alpha val="87000"/>
            </a:srgbClr>
          </a:solidFill>
          <a:ln>
            <a:noFill/>
          </a:ln>
          <a:effectLst>
            <a:outerShdw blurRad="190440" dist="228593" dir="270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1218960">
              <a:lnSpc>
                <a:spcPct val="100000"/>
              </a:lnSpc>
              <a:defRPr/>
            </a:pPr>
            <a:endParaRPr lang="ru-RU" sz="2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555804" name="PlaceHolder 1"/>
          <p:cNvSpPr>
            <a:spLocks noGrp="1"/>
          </p:cNvSpPr>
          <p:nvPr>
            <p:ph type="title"/>
          </p:nvPr>
        </p:nvSpPr>
        <p:spPr bwMode="auto">
          <a:xfrm>
            <a:off x="1702080" y="548640"/>
            <a:ext cx="4966920" cy="187056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b">
            <a:noAutofit/>
          </a:bodyPr>
          <a:p>
            <a:pPr indent="0" defTabSz="121896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ru-RU" sz="6000" b="0" u="none" strike="noStrike" cap="all" spc="201">
                <a:solidFill>
                  <a:schemeClr val="accent1"/>
                </a:solidFill>
                <a:latin typeface="Calibri"/>
              </a:rPr>
              <a:t>Спасибо за внимание!</a:t>
            </a:r>
            <a:endParaRPr lang="en-US" sz="6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720265" name="PlaceHolder 2"/>
          <p:cNvSpPr>
            <a:spLocks noGrp="1"/>
          </p:cNvSpPr>
          <p:nvPr>
            <p:ph/>
          </p:nvPr>
        </p:nvSpPr>
        <p:spPr bwMode="auto">
          <a:xfrm>
            <a:off x="1702080" y="4343400"/>
            <a:ext cx="6818039" cy="2152800"/>
          </a:xfrm>
          <a:prstGeom prst="rect">
            <a:avLst/>
          </a:prstGeom>
          <a:noFill/>
          <a:ln w="0">
            <a:noFill/>
          </a:ln>
        </p:spPr>
        <p:txBody>
          <a:bodyPr lIns="122040" tIns="60840" rIns="122040" bIns="60840" anchor="t">
            <a:noAutofit/>
          </a:bodyPr>
          <a:p>
            <a:pPr>
              <a:defRPr/>
            </a:pP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Децентрализованные сети — это необходимость уже сегодня. Начните переход сейчас, чтобы </a:t>
            </a:r>
            <a:r>
              <a:rPr sz="2200" b="1" i="0" u="none" strike="sngStrik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не зависеть от одного подозрительного сервера</a:t>
            </a:r>
            <a: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оставаться защищёнными завтра.</a:t>
            </a:r>
            <a:br>
              <a:rPr sz="2200" b="1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</a:br>
            <a:r>
              <a:rPr sz="2200" b="0" i="0" u="none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@Брылёв Альберт</a:t>
            </a:r>
            <a:endParaRPr sz="2200">
              <a:solidFill>
                <a:schemeClr val="tx1"/>
              </a:solidFill>
            </a:endParaRPr>
          </a:p>
        </p:txBody>
      </p:sp>
      <p:pic>
        <p:nvPicPr>
          <p:cNvPr id="637390160" name="" descr=""/>
          <p:cNvPicPr/>
          <p:nvPr/>
        </p:nvPicPr>
        <p:blipFill rotWithShape="1">
          <a:blip r:embed="rId3"/>
          <a:stretch/>
        </p:blipFill>
        <p:spPr bwMode="auto">
          <a:xfrm>
            <a:off x="8103823" y="4170188"/>
            <a:ext cx="2817720" cy="257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456395" name=""/>
          <p:cNvSpPr txBox="1"/>
          <p:nvPr/>
        </p:nvSpPr>
        <p:spPr bwMode="auto">
          <a:xfrm flipH="0" flipV="0">
            <a:off x="7295427" y="3743109"/>
            <a:ext cx="4816903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github.com/Terexi110/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Web3-Network</a:t>
            </a:r>
            <a:endParaRPr sz="2200">
              <a:solidFill>
                <a:schemeClr val="tx1"/>
              </a:solidFill>
            </a:endParaRPr>
          </a:p>
        </p:txBody>
      </p:sp>
      <p:pic>
        <p:nvPicPr>
          <p:cNvPr id="123308616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014915" y="462625"/>
            <a:ext cx="2966374" cy="2966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00" advClick="1">
        <p:fade thruBlk="0"/>
      </p:transition>
    </mc:Choice>
    <mc:Fallback>
      <p:transition spd="med" advClick="1">
        <p:fade thruBlk="0"/>
      </p:transition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_rels/theme4.xml.rels><?xml version="1.0" encoding="UTF-8" standalone="yes"?><Relationships xmlns="http://schemas.openxmlformats.org/package/2006/relationships"></Relationships>
</file>

<file path=ppt/theme/_rels/theme5.xml.rels><?xml version="1.0" encoding="UTF-8" standalone="yes"?><Relationships xmlns="http://schemas.openxmlformats.org/package/2006/relationships"></Relationships>
</file>

<file path=ppt/theme/_rels/theme6.xml.rels><?xml version="1.0" encoding="UTF-8" standalone="yes"?><Relationships xmlns="http://schemas.openxmlformats.org/package/2006/relationships"></Relationships>
</file>

<file path=ppt/theme/_rels/theme7.xml.rels><?xml version="1.0" encoding="UTF-8" standalone="yes"?><Relationships xmlns="http://schemas.openxmlformats.org/package/2006/relationships"></Relationships>
</file>

<file path=ppt/theme/_rels/theme8.xml.rels><?xml version="1.0" encoding="UTF-8" standalone="yes"?><Relationships xmlns="http://schemas.openxmlformats.org/package/2006/relationships"></Relationships>
</file>

<file path=ppt/theme/_rels/theme9.xml.rels><?xml version="1.0" encoding="UTF-8" standalone="yes"?><Relationships xmlns="http://schemas.openxmlformats.org/package/2006/relationships"></Relationships>
</file>

<file path=ppt/theme/_rels/theme10.xml.rels><?xml version="1.0" encoding="UTF-8" standalone="yes"?><Relationships xmlns="http://schemas.openxmlformats.org/package/2006/relationships"></Relationships>
</file>

<file path=ppt/theme/_rels/theme11.xml.rels><?xml version="1.0" encoding="UTF-8" standalone="yes"?><Relationships xmlns="http://schemas.openxmlformats.org/package/2006/relationships"></Relationships>
</file>

<file path=ppt/theme/_rels/theme12.xml.rels><?xml version="1.0" encoding="UTF-8" standalone="yes"?><Relationships xmlns="http://schemas.openxmlformats.org/package/2006/relationships"></Relationships>
</file>

<file path=ppt/theme/_rels/theme13.xml.rels><?xml version="1.0" encoding="UTF-8" standalone="yes"?><Relationships xmlns="http://schemas.openxmlformats.org/package/2006/relationships"></Relationships>
</file>

<file path=ppt/theme/_rels/theme14.xml.rels><?xml version="1.0" encoding="UTF-8" standalone="yes"?><Relationships xmlns="http://schemas.openxmlformats.org/package/2006/relationships"></Relationships>
</file>

<file path=ppt/theme/_rels/theme15.xml.rels><?xml version="1.0" encoding="UTF-8" standalone="yes"?><Relationships xmlns="http://schemas.openxmlformats.org/package/2006/relationships"></Relationships>
</file>

<file path=ppt/theme/_rels/theme16.xml.rels><?xml version="1.0" encoding="UTF-8" standalone="yes"?><Relationships xmlns="http://schemas.openxmlformats.org/package/2006/relationships"></Relationships>
</file>

<file path=ppt/theme/_rels/theme17.xml.rels><?xml version="1.0" encoding="UTF-8" standalone="yes"?><Relationships xmlns="http://schemas.openxmlformats.org/package/2006/relationships"></Relationships>
</file>

<file path=ppt/theme/_rels/theme18.xml.rels><?xml version="1.0" encoding="UTF-8" standalone="yes"?><Relationships xmlns="http://schemas.openxmlformats.org/package/2006/relationships"></Relationships>
</file>

<file path=ppt/theme/_rels/theme19.xml.rels><?xml version="1.0" encoding="UTF-8" standalone="yes"?><Relationships xmlns="http://schemas.openxmlformats.org/package/2006/relationships"></Relationships>
</file>

<file path=ppt/theme/_rels/theme20.xml.rels><?xml version="1.0" encoding="UTF-8" standalone="yes"?><Relationships xmlns="http://schemas.openxmlformats.org/package/2006/relationships"></Relationships>
</file>

<file path=ppt/theme/_rels/theme21.xml.rels><?xml version="1.0" encoding="UTF-8" standalone="yes"?><Relationships xmlns="http://schemas.openxmlformats.org/package/2006/relationships"></Relationships>
</file>

<file path=ppt/theme/_rels/theme22.xml.rels><?xml version="1.0" encoding="UTF-8" standalone="yes"?><Relationships xmlns="http://schemas.openxmlformats.org/package/2006/relationships"></Relationships>
</file>

<file path=ppt/theme/_rels/theme23.xml.rels><?xml version="1.0" encoding="UTF-8" standalone="yes"?><Relationships xmlns="http://schemas.openxmlformats.org/package/2006/relationships"></Relationships>
</file>

<file path=ppt/theme/_rels/theme24.xml.rels><?xml version="1.0" encoding="UTF-8" standalone="yes"?><Relationships xmlns="http://schemas.openxmlformats.org/package/2006/relationships"></Relationships>
</file>

<file path=ppt/theme/_rels/theme25.xml.rels><?xml version="1.0" encoding="UTF-8" standalone="yes"?><Relationships xmlns="http://schemas.openxmlformats.org/package/2006/relationships"></Relationships>
</file>

<file path=ppt/theme/_rels/theme26.xml.rels><?xml version="1.0" encoding="UTF-8" standalone="yes"?><Relationships xmlns="http://schemas.openxmlformats.org/package/2006/relationships"></Relationships>
</file>

<file path=ppt/theme/_rels/theme27.xml.rels><?xml version="1.0" encoding="UTF-8" standalone="yes"?><Relationships xmlns="http://schemas.openxmlformats.org/package/2006/relationships"></Relationships>
</file>

<file path=ppt/theme/_rels/theme28.xml.rels><?xml version="1.0" encoding="UTF-8" standalone="yes"?><Relationships xmlns="http://schemas.openxmlformats.org/package/2006/relationships"></Relationships>
</file>

<file path=ppt/theme/_rels/theme29.xml.rels><?xml version="1.0" encoding="UTF-8" standalone="yes"?><Relationships xmlns="http://schemas.openxmlformats.org/package/2006/relationships"></Relationships>
</file>

<file path=ppt/theme/_rels/theme30.xml.rels><?xml version="1.0" encoding="UTF-8" standalone="yes"?><Relationships xmlns="http://schemas.openxmlformats.org/package/2006/relationships"></Relationships>
</file>

<file path=ppt/theme/_rels/theme31.xml.rels><?xml version="1.0" encoding="UTF-8" standalone="yes"?><Relationships xmlns="http://schemas.openxmlformats.org/package/2006/relationships"></Relationships>
</file>

<file path=ppt/theme/_rels/theme32.xml.rels><?xml version="1.0" encoding="UTF-8" standalone="yes"?><Relationships xmlns="http://schemas.openxmlformats.org/package/2006/relationships"></Relationships>
</file>

<file path=ppt/theme/_rels/theme33.xml.rels><?xml version="1.0" encoding="UTF-8" standalone="yes"?><Relationships xmlns="http://schemas.openxmlformats.org/package/2006/relationships"></Relationships>
</file>

<file path=ppt/theme/_rels/theme34.xml.rels><?xml version="1.0" encoding="UTF-8" standalone="yes"?><Relationships xmlns="http://schemas.openxmlformats.org/package/2006/relationships"></Relationships>
</file>

<file path=ppt/theme/_rels/theme35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4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5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6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7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8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9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0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1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2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3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4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5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6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7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8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19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0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1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2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3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4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5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6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7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8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29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0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1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2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3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4.xml><?xml version="1.0" encoding="utf-8"?>
<a:theme xmlns:a="http://schemas.openxmlformats.org/drawingml/2006/main" xmlns:r="http://schemas.openxmlformats.org/officeDocument/2006/relationships" xmlns:p="http://schemas.openxmlformats.org/presentationml/2006/main" name="Технический стиль 16 х 9">
  <a:themeElements>
    <a:clrScheme name="Tech_16x9">
      <a:dk1>
        <a:srgbClr val="000000"/>
      </a:dk1>
      <a:lt1>
        <a:srgbClr val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20000"/>
                <a:lumMod val="98000"/>
              </a:schemeClr>
            </a:gs>
            <a:gs pos="40000">
              <a:schemeClr val="phClr">
                <a:tint val="30000"/>
                <a:lumMod val="84000"/>
              </a:schemeClr>
            </a:gs>
            <a:gs pos="100000">
              <a:schemeClr val="phClr">
                <a:tint val="10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</a:schemeClr>
            </a:gs>
            <a:gs pos="50000">
              <a:schemeClr val="phClr">
                <a:shade val="45000"/>
              </a:schemeClr>
            </a:gs>
            <a:gs pos="70000">
              <a:schemeClr val="phClr">
                <a:tint val="99000"/>
                <a:shade val="65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miter lim="800000"/>
        </a:ln>
        <a:ln w="25400" cap="flat" cmpd="sng" algn="ctr">
          <a:miter lim="800000"/>
        </a:ln>
        <a:ln w="38100" cap="flat" cmpd="sng" algn="ctr"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tint val="100000"/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</a:schemeClr>
            </a:gs>
            <a:gs pos="85000">
              <a:schemeClr val="phClr">
                <a:shade val="30000"/>
              </a:schemeClr>
            </a:gs>
            <a:gs pos="100000">
              <a:schemeClr val="phClr">
                <a:shade val="60000"/>
              </a:schemeClr>
            </a:gs>
          </a:gsLst>
          <a:lin ang="18900000" scaled="0"/>
        </a:gradFill>
      </a:bgFillStyleLst>
    </a:fmtScheme>
  </a:themeElements>
  <a:objectDefaults/>
</a:theme>
</file>

<file path=ppt/theme/theme35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Презентация с тройной линией (широкоэкранный формат)</Template>
  <TotalTime>0</TotalTime>
  <Words>0</Words>
  <Application>ONLYOFFICE/9.2.0.100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34</vt:i4>
      </vt:variant>
      <vt:variant>
        <vt:lpstr>Slide Titles</vt:lpstr>
      </vt:variant>
      <vt:variant>
        <vt:i4>8</vt:i4>
      </vt:variant>
    </vt:vector>
  </HeadingPairs>
  <TitlesOfParts>
    <vt:vector size="42" baseType="lpstr">
      <vt:lpstr>Theme 1</vt:lpstr>
      <vt:lpstr>Theme 2</vt:lpstr>
      <vt:lpstr>Theme 3</vt:lpstr>
      <vt:lpstr>Theme 4</vt:lpstr>
      <vt:lpstr>Theme 5</vt:lpstr>
      <vt:lpstr>Theme 6</vt:lpstr>
      <vt:lpstr>Theme 7</vt:lpstr>
      <vt:lpstr>Theme 8</vt:lpstr>
      <vt:lpstr>Theme 9</vt:lpstr>
      <vt:lpstr>Theme 10</vt:lpstr>
      <vt:lpstr>Theme 11</vt:lpstr>
      <vt:lpstr>Theme 12</vt:lpstr>
      <vt:lpstr>Theme 13</vt:lpstr>
      <vt:lpstr>Theme 14</vt:lpstr>
      <vt:lpstr>Theme 15</vt:lpstr>
      <vt:lpstr>Theme 16</vt:lpstr>
      <vt:lpstr>Theme 17</vt:lpstr>
      <vt:lpstr>Theme 18</vt:lpstr>
      <vt:lpstr>Theme 19</vt:lpstr>
      <vt:lpstr>Theme 20</vt:lpstr>
      <vt:lpstr>Theme 21</vt:lpstr>
      <vt:lpstr>Theme 22</vt:lpstr>
      <vt:lpstr>Theme 23</vt:lpstr>
      <vt:lpstr>Theme 24</vt:lpstr>
      <vt:lpstr>Theme 25</vt:lpstr>
      <vt:lpstr>Theme 26</vt:lpstr>
      <vt:lpstr>Theme 27</vt:lpstr>
      <vt:lpstr>Theme 28</vt:lpstr>
      <vt:lpstr>Theme 29</vt:lpstr>
      <vt:lpstr>Theme 30</vt:lpstr>
      <vt:lpstr>Theme 31</vt:lpstr>
      <vt:lpstr>Theme 32</vt:lpstr>
      <vt:lpstr>Theme 33</vt:lpstr>
      <vt:lpstr>Theme 34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Постквантовая криптография KEM на решётках.</dc:title>
  <dc:subject/>
  <dc:creator>NameIm FamilFam</dc:creator>
  <dc:description/>
  <dc:language>en-US</dc:language>
  <cp:lastModifiedBy/>
  <cp:revision>43</cp:revision>
  <dcterms:created xsi:type="dcterms:W3CDTF">2025-02-11T23:17:32Z</dcterms:created>
  <dcterms:modified xsi:type="dcterms:W3CDTF">2025-12-12T06:11:17Z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ampaign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InternalTags">
    <vt:lpwstr/>
  </property>
  <property fmtid="{D5CDD505-2E9C-101B-9397-08002B2CF9AE}" pid="6" name="LocalizationTags">
    <vt:lpwstr/>
  </property>
  <property fmtid="{D5CDD505-2E9C-101B-9397-08002B2CF9AE}" pid="7" name="Notes">
    <vt:i4>1</vt:i4>
  </property>
  <property fmtid="{D5CDD505-2E9C-101B-9397-08002B2CF9AE}" pid="8" name="PresentationFormat">
    <vt:lpwstr>Произвольный</vt:lpwstr>
  </property>
  <property fmtid="{D5CDD505-2E9C-101B-9397-08002B2CF9AE}" pid="9" name="ScenarioTags">
    <vt:lpwstr/>
  </property>
  <property fmtid="{D5CDD505-2E9C-101B-9397-08002B2CF9AE}" pid="10" name="Slides">
    <vt:i4>15</vt:i4>
  </property>
</Properties>
</file>